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672E"/>
    <a:srgbClr val="E6AE18"/>
    <a:srgbClr val="C79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7"/>
    <p:restoredTop sz="94721"/>
  </p:normalViewPr>
  <p:slideViewPr>
    <p:cSldViewPr snapToGrid="0">
      <p:cViewPr>
        <p:scale>
          <a:sx n="129" d="100"/>
          <a:sy n="129" d="100"/>
        </p:scale>
        <p:origin x="116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59DF-8BF7-1C48-9B2F-CD64E9361C49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B06D5-156D-8B47-B1C9-B3FE921550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4572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B06D5-156D-8B47-B1C9-B3FE9215502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04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E120B-619B-DA2D-6E05-F8ECB5E3C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EE56AD-E226-9DD9-DB6E-A4F03FDDC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903B3B-91D9-4BAF-99EE-CCE34BA8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E75F85-2E95-1C21-7B59-88E39A4C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E69AC4-13AA-DDEA-6A1A-34760E5C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675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73306-D62E-BD88-AEF1-C053F154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16D05F-EA65-C85A-4521-0A673F8A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59E813-415E-7B6C-F714-93CD4FF3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75FB7-1D07-CC39-5E3E-C2145B22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41E0C-35A1-7114-EE86-8B67EF7C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983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53208-6117-3EDA-F9B7-5F5DD7D3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4B228F-C99C-5809-0FC0-77D4FD3D8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0C4FD-A37B-7096-4EC5-C66C12D6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5B6DF-64C3-351B-5DAD-4CC3EE68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B7662-F0A1-BAC6-F43E-2D8381B4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006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556EB-EDE8-779A-733B-CD87E7F5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3DA8D8-F97D-1371-7A78-D9356D040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93145B-5D44-8CAE-A3D7-7FF030143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F4A30-8E5E-B5F6-E73C-68CEEEDF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4B1227-4751-5AEA-1843-3AE8C571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94F5A2-8731-81CA-68C0-B6394E74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220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68BCE-7F87-A210-19D0-D9B0A74E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42729B-3CE0-B159-818C-50457EF37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23FF2A-2F03-D87F-09C7-ABC5233FD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406F74-899B-9CB7-7565-41A91AC91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001D23-4324-E4D8-8421-1C48440BB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F080C1-0042-3CD6-3F47-CD1BA0A7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7BD5B6-2CB6-B239-FB69-200E7207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1A462E-8B2D-AA20-8779-B6A2D85B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866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66DC3-B3ED-D1A8-85C5-9286A4A2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D4AFCC-3F80-9155-9800-E139F0B8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7885A0-0260-3C3A-560E-2DCE2977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AEF602-C1C5-EC5C-DDBF-9E79EABB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04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374809-616A-F4E0-EF9C-436C16BB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AFC0F7-05D6-631D-C107-A853E8C1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E058E5-D0D5-43C3-2B3B-AEDFAD96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8923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EC451-33E5-EB29-F653-A9E26F55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DA201E-5070-D2D4-D463-B4AFBE147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6DB94B-3528-2149-6F1D-1EB82070B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BA2CFE-11BF-59D1-4F78-D90669C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5262D2-6AF1-4F19-423B-5034D042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BE15D1-99A4-D9E9-A0B6-5A47F6D8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98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2A39A-75E0-FECC-C00A-F01E7C5B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A22C64-D223-9414-ED11-BB723ADED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386EF8-5FA6-A945-E348-218E30A2B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B24A47-7E5A-29B0-F689-054A2E7B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EFF55F-111F-FBAF-47D5-AA005596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328182-406F-7C99-56F1-2E2669A2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386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13BB-3585-F6EB-9A5D-405FCA1E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D61CE8-01AD-A20A-8CE4-8B6FE16E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E0871-2A40-0452-9BF4-C0BF50DF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D39F69-5221-41B5-E057-39080901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7415B3-29B3-C79C-14BA-FEC51F83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445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269564-2145-AF9F-EBA5-F670A433B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34D651-56F5-B658-630B-D5E0C4FE0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94352B-4166-3300-DA7F-E3B88863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464CF-0CBB-DC72-95E4-C3BCAB606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4BABD-EA8A-A117-52B4-3558FFDE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54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F236C0-4643-B6B8-B1D0-09EDAF65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5CFD53-E1F3-9DA1-321C-658B51426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071379-1B78-2581-1F74-084B0EA3A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7CA55-E0A5-D34A-80D1-C9188510C907}" type="datetimeFigureOut">
              <a:rPr kumimoji="1" lang="ko-KR" altLang="en-US" smtClean="0"/>
              <a:t>2025. 11. 17.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2BB93-81F9-EBB6-7B13-9CE9FD9C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109F3F-0F11-FFD5-19F1-E8332B6F3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0988A-1759-8349-BFC2-D264A7602D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752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9E4FEF2-7C0A-231E-5D9E-94A92A63B0DC}"/>
              </a:ext>
            </a:extLst>
          </p:cNvPr>
          <p:cNvGrpSpPr/>
          <p:nvPr/>
        </p:nvGrpSpPr>
        <p:grpSpPr>
          <a:xfrm>
            <a:off x="1235035" y="771895"/>
            <a:ext cx="8329107" cy="4613565"/>
            <a:chOff x="1235035" y="771895"/>
            <a:chExt cx="8329107" cy="4613565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17A748B-C817-62B0-5CA0-46374B354422}"/>
                </a:ext>
              </a:extLst>
            </p:cNvPr>
            <p:cNvGrpSpPr/>
            <p:nvPr/>
          </p:nvGrpSpPr>
          <p:grpSpPr>
            <a:xfrm>
              <a:off x="1235035" y="771895"/>
              <a:ext cx="8329107" cy="4613565"/>
              <a:chOff x="1116281" y="2244435"/>
              <a:chExt cx="8329107" cy="4613565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6680CED-223E-684E-8148-A62F1BAE5678}"/>
                  </a:ext>
                </a:extLst>
              </p:cNvPr>
              <p:cNvSpPr/>
              <p:nvPr/>
            </p:nvSpPr>
            <p:spPr>
              <a:xfrm>
                <a:off x="1116281" y="2244435"/>
                <a:ext cx="8329107" cy="46135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34EB7C-6966-885A-4E24-066925B3BAD8}"/>
                  </a:ext>
                </a:extLst>
              </p:cNvPr>
              <p:cNvSpPr txBox="1"/>
              <p:nvPr/>
            </p:nvSpPr>
            <p:spPr>
              <a:xfrm>
                <a:off x="1577808" y="4948917"/>
                <a:ext cx="1907895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100" b="1" u="sng" dirty="0"/>
                  <a:t>①</a:t>
                </a:r>
                <a:r>
                  <a:rPr kumimoji="1" lang="ko-KR" altLang="en-US" sz="1100" b="1" u="sng" dirty="0"/>
                  <a:t> </a:t>
                </a:r>
                <a:r>
                  <a:rPr kumimoji="1" lang="en-US" altLang="ko-KR" sz="1100" b="1" u="sng" dirty="0"/>
                  <a:t>HW MAX</a:t>
                </a:r>
              </a:p>
              <a:p>
                <a:r>
                  <a:rPr kumimoji="1" lang="en-US" altLang="ko-KR" sz="1000" dirty="0"/>
                  <a:t>• thread/warp: 32</a:t>
                </a:r>
                <a:endParaRPr kumimoji="1" lang="ko-KR" altLang="en-US" sz="1000" dirty="0"/>
              </a:p>
              <a:p>
                <a:r>
                  <a:rPr kumimoji="1" lang="en-US" altLang="ko-KR" sz="1000" dirty="0"/>
                  <a:t>• MAX warp/SM: 48</a:t>
                </a:r>
              </a:p>
              <a:p>
                <a:endParaRPr lang="en-US" altLang="ko-KR" sz="1000" b="1" dirty="0"/>
              </a:p>
              <a:p>
                <a:r>
                  <a:rPr lang="en-US" altLang="ko-KR" sz="1000" dirty="0"/>
                  <a:t>▶︎</a:t>
                </a:r>
                <a:r>
                  <a:rPr lang="en" altLang="ko-KR" sz="1000" dirty="0"/>
                  <a:t> </a:t>
                </a:r>
                <a:r>
                  <a:rPr lang="en-US" altLang="ko-KR" sz="1000" dirty="0"/>
                  <a:t>Limit </a:t>
                </a:r>
                <a:r>
                  <a:rPr lang="en" altLang="ko-KR" sz="1000" dirty="0"/>
                  <a:t>warp:</a:t>
                </a:r>
                <a:r>
                  <a:rPr kumimoji="1" lang="en-US" altLang="ko-KR" sz="1000" dirty="0"/>
                  <a:t> 48</a:t>
                </a:r>
                <a:endParaRPr kumimoji="1" lang="ko-KR" altLang="en-US" sz="1000" dirty="0"/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</a:t>
                </a:r>
                <a:r>
                  <a:rPr lang="en" altLang="ko-KR" sz="1000" dirty="0"/>
                  <a:t> </a:t>
                </a:r>
                <a:r>
                  <a:rPr kumimoji="1" lang="en-US" altLang="ko-KR" sz="1000" dirty="0"/>
                  <a:t>Theoretical </a:t>
                </a:r>
                <a:r>
                  <a:rPr lang="en" altLang="ko-KR" sz="1000" dirty="0"/>
                  <a:t>Occupancy:</a:t>
                </a:r>
                <a:br>
                  <a:rPr lang="en" altLang="ko-KR" sz="1000" dirty="0"/>
                </a:br>
                <a:r>
                  <a:rPr lang="en" altLang="ko-KR" sz="1000" dirty="0"/>
                  <a:t>    </a:t>
                </a:r>
                <a:r>
                  <a:rPr lang="en" altLang="ko-KR" sz="1000" b="1" dirty="0"/>
                  <a:t>Active warp/</a:t>
                </a:r>
                <a:r>
                  <a:rPr lang="en-US" altLang="ko-KR" sz="1000" b="1" dirty="0"/>
                  <a:t>Limit</a:t>
                </a:r>
                <a:r>
                  <a:rPr lang="en" altLang="ko-KR" sz="1000" b="1" dirty="0"/>
                  <a:t> warp</a:t>
                </a:r>
                <a:endParaRPr kumimoji="1" lang="ko-KR" altLang="en-US" sz="1000" dirty="0"/>
              </a:p>
            </p:txBody>
          </p: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B5DCE9E2-8FAD-AB3B-D316-FFE05C838742}"/>
                  </a:ext>
                </a:extLst>
              </p:cNvPr>
              <p:cNvGrpSpPr/>
              <p:nvPr/>
            </p:nvGrpSpPr>
            <p:grpSpPr>
              <a:xfrm>
                <a:off x="1459413" y="2434282"/>
                <a:ext cx="2107396" cy="2319302"/>
                <a:chOff x="1692877" y="2434282"/>
                <a:chExt cx="2107396" cy="2319302"/>
              </a:xfrm>
            </p:grpSpPr>
            <p:sp>
              <p:nvSpPr>
                <p:cNvPr id="4" name="직사각형 3">
                  <a:extLst>
                    <a:ext uri="{FF2B5EF4-FFF2-40B4-BE49-F238E27FC236}">
                      <a16:creationId xmlns:a16="http://schemas.microsoft.com/office/drawing/2014/main" id="{ACBEE6F8-B80D-551D-8261-016785F334DC}"/>
                    </a:ext>
                  </a:extLst>
                </p:cNvPr>
                <p:cNvSpPr/>
                <p:nvPr/>
              </p:nvSpPr>
              <p:spPr>
                <a:xfrm>
                  <a:off x="1692877" y="2434282"/>
                  <a:ext cx="2107396" cy="2319302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kumimoji="1" lang="en-US" altLang="ko-KR" sz="1600" dirty="0"/>
                    <a:t>SM1</a:t>
                  </a:r>
                  <a:endParaRPr kumimoji="1" lang="ko-KR" altLang="en-US" sz="1100" dirty="0"/>
                </a:p>
              </p:txBody>
            </p:sp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43575943-4FE0-665B-6433-A0CEA6DE0512}"/>
                    </a:ext>
                  </a:extLst>
                </p:cNvPr>
                <p:cNvSpPr/>
                <p:nvPr/>
              </p:nvSpPr>
              <p:spPr>
                <a:xfrm>
                  <a:off x="1916614" y="2979168"/>
                  <a:ext cx="1416731" cy="1472995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kumimoji="1" lang="en-US" altLang="ko-KR" sz="1100" dirty="0"/>
                    <a:t>block</a:t>
                  </a:r>
                  <a:r>
                    <a:rPr kumimoji="1" lang="en-US" altLang="ko-KR" sz="600" dirty="0"/>
                    <a:t>(logical unit)</a:t>
                  </a:r>
                  <a:endParaRPr kumimoji="1" lang="ko-KR" altLang="en-US" sz="1100" dirty="0"/>
                </a:p>
              </p:txBody>
            </p: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E8C1CCF5-AB0F-1667-32A2-BAFF75CF74FE}"/>
                    </a:ext>
                  </a:extLst>
                </p:cNvPr>
                <p:cNvSpPr/>
                <p:nvPr/>
              </p:nvSpPr>
              <p:spPr>
                <a:xfrm>
                  <a:off x="2086981" y="3281504"/>
                  <a:ext cx="1090721" cy="904770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r>
                    <a:rPr kumimoji="1" lang="en-US" altLang="ko-KR" sz="1100" dirty="0"/>
                    <a:t>warp</a:t>
                  </a:r>
                  <a:r>
                    <a:rPr kumimoji="1" lang="en-US" altLang="ko-KR" sz="600" dirty="0"/>
                    <a:t>(logical unit)</a:t>
                  </a:r>
                  <a:endParaRPr kumimoji="1" lang="ko-KR" altLang="en-US" sz="1000" dirty="0"/>
                </a:p>
              </p:txBody>
            </p:sp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302568A0-ECA2-BC58-D318-D7E8B17E153B}"/>
                    </a:ext>
                  </a:extLst>
                </p:cNvPr>
                <p:cNvSpPr/>
                <p:nvPr/>
              </p:nvSpPr>
              <p:spPr>
                <a:xfrm>
                  <a:off x="2244988" y="3564465"/>
                  <a:ext cx="759981" cy="373208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r>
                    <a:rPr kumimoji="1" lang="en-US" altLang="ko-KR" sz="1100" dirty="0"/>
                    <a:t>thread</a:t>
                  </a:r>
                </a:p>
              </p:txBody>
            </p:sp>
            <p:pic>
              <p:nvPicPr>
                <p:cNvPr id="14" name="그래픽 13" descr="기타 단색으로 채워진">
                  <a:extLst>
                    <a:ext uri="{FF2B5EF4-FFF2-40B4-BE49-F238E27FC236}">
                      <a16:creationId xmlns:a16="http://schemas.microsoft.com/office/drawing/2014/main" id="{9FEAF731-BBC3-3C78-8C54-9C926486B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6977" y="3912070"/>
                  <a:ext cx="306223" cy="306223"/>
                </a:xfrm>
                <a:prstGeom prst="rect">
                  <a:avLst/>
                </a:prstGeom>
              </p:spPr>
            </p:pic>
            <p:pic>
              <p:nvPicPr>
                <p:cNvPr id="15" name="그래픽 14" descr="기타 단색으로 채워진">
                  <a:extLst>
                    <a:ext uri="{FF2B5EF4-FFF2-40B4-BE49-F238E27FC236}">
                      <a16:creationId xmlns:a16="http://schemas.microsoft.com/office/drawing/2014/main" id="{6042ECD4-0029-0183-3546-5CC35F45C0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6977" y="4171543"/>
                  <a:ext cx="306223" cy="306223"/>
                </a:xfrm>
                <a:prstGeom prst="rect">
                  <a:avLst/>
                </a:prstGeom>
              </p:spPr>
            </p:pic>
            <p:pic>
              <p:nvPicPr>
                <p:cNvPr id="18" name="그래픽 17" descr="기타 단색으로 채워진">
                  <a:extLst>
                    <a:ext uri="{FF2B5EF4-FFF2-40B4-BE49-F238E27FC236}">
                      <a16:creationId xmlns:a16="http://schemas.microsoft.com/office/drawing/2014/main" id="{BFC117BD-F83E-442D-AF97-6DA89C563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6977" y="4447361"/>
                  <a:ext cx="306223" cy="306223"/>
                </a:xfrm>
                <a:prstGeom prst="rect">
                  <a:avLst/>
                </a:prstGeom>
              </p:spPr>
            </p:pic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5B2D83-F409-A260-4257-88E9BCBB6581}"/>
                  </a:ext>
                </a:extLst>
              </p:cNvPr>
              <p:cNvSpPr txBox="1"/>
              <p:nvPr/>
            </p:nvSpPr>
            <p:spPr>
              <a:xfrm>
                <a:off x="6577752" y="4948917"/>
                <a:ext cx="2638864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100" b="1" u="sng" dirty="0"/>
                  <a:t>③</a:t>
                </a:r>
                <a:r>
                  <a:rPr kumimoji="1" lang="ko-KR" altLang="en-US" sz="1100" b="1" u="sng" dirty="0"/>
                  <a:t> </a:t>
                </a:r>
                <a:r>
                  <a:rPr kumimoji="1" lang="en-US" altLang="ko-KR" sz="1100" b="1" u="sng" dirty="0"/>
                  <a:t>Case2</a:t>
                </a:r>
              </a:p>
              <a:p>
                <a:r>
                  <a:rPr kumimoji="1" lang="en-US" altLang="ko-KR" sz="1000" dirty="0"/>
                  <a:t>• Suppose thread/block is </a:t>
                </a:r>
                <a:r>
                  <a:rPr kumimoji="1" lang="en-US" altLang="ko-KR" sz="1000" b="1" dirty="0"/>
                  <a:t>64(block size)</a:t>
                </a:r>
              </a:p>
              <a:p>
                <a:r>
                  <a:rPr kumimoji="1" lang="en-US" altLang="ko-KR" sz="1000" dirty="0"/>
                  <a:t>• Limit block/SM: 16(block limit SM)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Limit thread/SM:</a:t>
                </a:r>
              </a:p>
              <a:p>
                <a:r>
                  <a:rPr kumimoji="1" lang="en-US" altLang="ko-KR" sz="1000" dirty="0"/>
                  <a:t>    (thread/block)*(Limit block/SM)</a:t>
                </a:r>
              </a:p>
              <a:p>
                <a:r>
                  <a:rPr kumimoji="1" lang="en-US" altLang="ko-KR" sz="1000" dirty="0"/>
                  <a:t>    = thread/SM= 64*16= 1024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Active warp: 1024/32= 32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Theoretical Occupancy: 32/48= 66.67%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E1A470-5BE2-EE9E-A5B5-A99AF06F58A9}"/>
                  </a:ext>
                </a:extLst>
              </p:cNvPr>
              <p:cNvSpPr txBox="1"/>
              <p:nvPr/>
            </p:nvSpPr>
            <p:spPr>
              <a:xfrm>
                <a:off x="3712295" y="4948917"/>
                <a:ext cx="2638864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100" b="1" u="sng" dirty="0"/>
                  <a:t>②</a:t>
                </a:r>
                <a:r>
                  <a:rPr kumimoji="1" lang="ko-KR" altLang="en-US" sz="1100" b="1" u="sng" dirty="0"/>
                  <a:t> </a:t>
                </a:r>
                <a:r>
                  <a:rPr kumimoji="1" lang="en-US" altLang="ko-KR" sz="1100" b="1" u="sng" dirty="0"/>
                  <a:t>Case1</a:t>
                </a:r>
              </a:p>
              <a:p>
                <a:r>
                  <a:rPr kumimoji="1" lang="en-US" altLang="ko-KR" sz="1000" dirty="0"/>
                  <a:t>• Suppose thread/block is </a:t>
                </a:r>
                <a:r>
                  <a:rPr kumimoji="1" lang="en-US" altLang="ko-KR" sz="1000" b="1" dirty="0"/>
                  <a:t>32(block size)</a:t>
                </a:r>
              </a:p>
              <a:p>
                <a:r>
                  <a:rPr kumimoji="1" lang="en-US" altLang="ko-KR" sz="1000" dirty="0"/>
                  <a:t>• Limit block/SM: 16(block limit SM)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Limit thread/SM:</a:t>
                </a:r>
              </a:p>
              <a:p>
                <a:r>
                  <a:rPr kumimoji="1" lang="en-US" altLang="ko-KR" sz="1000" dirty="0"/>
                  <a:t>    (thread/block)*(Limit block/SM)</a:t>
                </a:r>
              </a:p>
              <a:p>
                <a:r>
                  <a:rPr kumimoji="1" lang="en-US" altLang="ko-KR" sz="1000" dirty="0"/>
                  <a:t>    = thread/SM= 32*16= 512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Active warp: 512/32= 16</a:t>
                </a:r>
              </a:p>
              <a:p>
                <a:endParaRPr kumimoji="1" lang="en-US" altLang="ko-KR" sz="1000" dirty="0"/>
              </a:p>
              <a:p>
                <a:r>
                  <a:rPr kumimoji="1" lang="en-US" altLang="ko-KR" sz="1000" dirty="0"/>
                  <a:t>▶︎ Theoretical Occupancy: 16/48= 33.34%</a:t>
                </a:r>
              </a:p>
            </p:txBody>
          </p:sp>
          <p:sp>
            <p:nvSpPr>
              <p:cNvPr id="40" name="호 39">
                <a:extLst>
                  <a:ext uri="{FF2B5EF4-FFF2-40B4-BE49-F238E27FC236}">
                    <a16:creationId xmlns:a16="http://schemas.microsoft.com/office/drawing/2014/main" id="{C765373C-FBBF-FFD1-E204-EABA0088D86E}"/>
                  </a:ext>
                </a:extLst>
              </p:cNvPr>
              <p:cNvSpPr/>
              <p:nvPr/>
            </p:nvSpPr>
            <p:spPr>
              <a:xfrm>
                <a:off x="1577808" y="3440496"/>
                <a:ext cx="2396810" cy="373208"/>
              </a:xfrm>
              <a:prstGeom prst="arc">
                <a:avLst>
                  <a:gd name="adj1" fmla="val 19906316"/>
                  <a:gd name="adj2" fmla="val 4877883"/>
                </a:avLst>
              </a:prstGeom>
              <a:ln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1" name="호 40">
                <a:extLst>
                  <a:ext uri="{FF2B5EF4-FFF2-40B4-BE49-F238E27FC236}">
                    <a16:creationId xmlns:a16="http://schemas.microsoft.com/office/drawing/2014/main" id="{5891AE93-83CC-8E59-FD31-3BE412539E90}"/>
                  </a:ext>
                </a:extLst>
              </p:cNvPr>
              <p:cNvSpPr/>
              <p:nvPr/>
            </p:nvSpPr>
            <p:spPr>
              <a:xfrm>
                <a:off x="2196435" y="2966454"/>
                <a:ext cx="1783792" cy="340512"/>
              </a:xfrm>
              <a:prstGeom prst="arc">
                <a:avLst>
                  <a:gd name="adj1" fmla="val 20600863"/>
                  <a:gd name="adj2" fmla="val 4877883"/>
                </a:avLst>
              </a:prstGeom>
              <a:ln>
                <a:solidFill>
                  <a:schemeClr val="tx1"/>
                </a:solidFill>
                <a:headEnd type="none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AE390DB-FF67-B4F1-6A16-ABDA8FD1F200}"/>
                  </a:ext>
                </a:extLst>
              </p:cNvPr>
              <p:cNvSpPr txBox="1"/>
              <p:nvPr/>
            </p:nvSpPr>
            <p:spPr>
              <a:xfrm>
                <a:off x="3974617" y="2811060"/>
                <a:ext cx="465057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 dirty="0"/>
                  <a:t>• </a:t>
                </a:r>
                <a:r>
                  <a:rPr lang="en-US" altLang="ko-KR" sz="1400" b="1" dirty="0"/>
                  <a:t>block/SM:</a:t>
                </a:r>
                <a:r>
                  <a:rPr lang="ko-KR" altLang="en-US" sz="1400" dirty="0"/>
                  <a:t> </a:t>
                </a:r>
                <a:r>
                  <a:rPr lang="en" altLang="ko-KR" sz="1400" dirty="0"/>
                  <a:t>The block-per-SM limit is defined by the CUDA architecture itself, </a:t>
                </a:r>
                <a:r>
                  <a:rPr lang="en" altLang="ko-KR" sz="1400" b="1" dirty="0"/>
                  <a:t>not by user code.</a:t>
                </a:r>
              </a:p>
              <a:p>
                <a:endParaRPr lang="en-US" altLang="ko-KR" sz="1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28DDF07-2BF8-90C3-F859-8AF407DA817D}"/>
                  </a:ext>
                </a:extLst>
              </p:cNvPr>
              <p:cNvSpPr txBox="1"/>
              <p:nvPr/>
            </p:nvSpPr>
            <p:spPr>
              <a:xfrm>
                <a:off x="3974618" y="3404302"/>
                <a:ext cx="53725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 dirty="0"/>
                  <a:t>• </a:t>
                </a:r>
                <a:r>
                  <a:rPr lang="en-US" altLang="ko-KR" sz="1400" b="1" dirty="0"/>
                  <a:t>thread/block:</a:t>
                </a:r>
                <a:r>
                  <a:rPr lang="ko-KR" altLang="en-US" sz="1400" dirty="0"/>
                  <a:t> </a:t>
                </a:r>
                <a:r>
                  <a:rPr lang="en" altLang="ko-KR" sz="1400" dirty="0"/>
                  <a:t>The number of threads per block is </a:t>
                </a:r>
                <a:r>
                  <a:rPr lang="en" altLang="ko-KR" sz="1400" b="1" dirty="0"/>
                  <a:t>determined by the user</a:t>
                </a:r>
                <a:r>
                  <a:rPr lang="en" altLang="ko-KR" sz="1400" dirty="0"/>
                  <a:t> when launching a kernel.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5D868F-E643-85B8-9B42-A347AD88820D}"/>
                  </a:ext>
                </a:extLst>
              </p:cNvPr>
              <p:cNvSpPr txBox="1"/>
              <p:nvPr/>
            </p:nvSpPr>
            <p:spPr>
              <a:xfrm>
                <a:off x="3843981" y="4085881"/>
                <a:ext cx="56014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1400" dirty="0"/>
                  <a:t>• </a:t>
                </a:r>
                <a:r>
                  <a:rPr lang="en-US" altLang="ko-KR" sz="1400" b="1" dirty="0"/>
                  <a:t>Thread/warp:</a:t>
                </a:r>
                <a:r>
                  <a:rPr lang="ko-KR" altLang="en-US" sz="1400" b="1" dirty="0"/>
                  <a:t> </a:t>
                </a:r>
                <a:r>
                  <a:rPr lang="en" altLang="ko-KR" sz="1400" dirty="0"/>
                  <a:t>The number of threads per warp is </a:t>
                </a:r>
                <a:r>
                  <a:rPr lang="en" altLang="ko-KR" sz="1400" b="1" dirty="0"/>
                  <a:t>fixed at 32 </a:t>
                </a:r>
                <a:r>
                  <a:rPr lang="en" altLang="ko-KR" sz="1400" dirty="0"/>
                  <a:t>in current GPU architectures, so we don’t need to worry about it.</a:t>
                </a:r>
              </a:p>
            </p:txBody>
          </p:sp>
        </p:grpSp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C7695910-0B0E-73B4-DC3D-DC6EEF1C6A12}"/>
                </a:ext>
              </a:extLst>
            </p:cNvPr>
            <p:cNvCxnSpPr/>
            <p:nvPr/>
          </p:nvCxnSpPr>
          <p:spPr>
            <a:xfrm>
              <a:off x="1578167" y="3407338"/>
              <a:ext cx="775720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902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EDC4A69A-EAFD-6428-293D-4E096F4FD0CA}"/>
              </a:ext>
            </a:extLst>
          </p:cNvPr>
          <p:cNvSpPr/>
          <p:nvPr/>
        </p:nvSpPr>
        <p:spPr>
          <a:xfrm>
            <a:off x="1398460" y="631750"/>
            <a:ext cx="9525571" cy="5594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ko-KR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E06CEF-EB2F-A37C-6C1C-A294FC2C3DE7}"/>
              </a:ext>
            </a:extLst>
          </p:cNvPr>
          <p:cNvSpPr/>
          <p:nvPr/>
        </p:nvSpPr>
        <p:spPr>
          <a:xfrm>
            <a:off x="1578167" y="1708030"/>
            <a:ext cx="4070465" cy="42613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ko-KR" sz="1600" b="1" u="sng" dirty="0">
                <a:solidFill>
                  <a:schemeClr val="tx1"/>
                </a:solidFill>
              </a:rPr>
              <a:t>CU</a:t>
            </a:r>
            <a:endParaRPr kumimoji="1" lang="ko-KR" altLang="en-US" sz="1100" b="1" u="sng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6D270BA-EDB0-5B69-EEF9-A59296A4D6EC}"/>
              </a:ext>
            </a:extLst>
          </p:cNvPr>
          <p:cNvSpPr/>
          <p:nvPr/>
        </p:nvSpPr>
        <p:spPr>
          <a:xfrm>
            <a:off x="1836392" y="2127622"/>
            <a:ext cx="3450308" cy="33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Instruction Fetch</a:t>
            </a:r>
            <a:r>
              <a:rPr kumimoji="1" lang="en-US" altLang="ko-KR" sz="1100" dirty="0">
                <a:solidFill>
                  <a:srgbClr val="FF0000"/>
                </a:solidFill>
              </a:rPr>
              <a:t>(per each WF)</a:t>
            </a:r>
            <a:endParaRPr kumimoji="1"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CD6150-56D2-A03B-BC53-513554B4E766}"/>
              </a:ext>
            </a:extLst>
          </p:cNvPr>
          <p:cNvSpPr/>
          <p:nvPr/>
        </p:nvSpPr>
        <p:spPr>
          <a:xfrm>
            <a:off x="1836392" y="2673313"/>
            <a:ext cx="723377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WF context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AF075A-C09F-6A55-76A4-F0F49E37208D}"/>
              </a:ext>
            </a:extLst>
          </p:cNvPr>
          <p:cNvSpPr/>
          <p:nvPr/>
        </p:nvSpPr>
        <p:spPr>
          <a:xfrm>
            <a:off x="2745369" y="2673313"/>
            <a:ext cx="723377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WF context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33EED1-52F0-1D19-8804-AF81DF1E46E0}"/>
              </a:ext>
            </a:extLst>
          </p:cNvPr>
          <p:cNvSpPr/>
          <p:nvPr/>
        </p:nvSpPr>
        <p:spPr>
          <a:xfrm>
            <a:off x="3654346" y="2673313"/>
            <a:ext cx="723377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WF context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F423753-0E49-D388-9E73-C425B1F2F556}"/>
              </a:ext>
            </a:extLst>
          </p:cNvPr>
          <p:cNvSpPr/>
          <p:nvPr/>
        </p:nvSpPr>
        <p:spPr>
          <a:xfrm>
            <a:off x="4563323" y="2673313"/>
            <a:ext cx="723377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WF context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AD3B63-B7A6-943F-38EE-DE1A4821E30F}"/>
              </a:ext>
            </a:extLst>
          </p:cNvPr>
          <p:cNvSpPr/>
          <p:nvPr/>
        </p:nvSpPr>
        <p:spPr>
          <a:xfrm>
            <a:off x="1984788" y="4016708"/>
            <a:ext cx="657615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SIMD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35F729-83C9-E58F-E5D3-2E70ACECAE80}"/>
              </a:ext>
            </a:extLst>
          </p:cNvPr>
          <p:cNvSpPr/>
          <p:nvPr/>
        </p:nvSpPr>
        <p:spPr>
          <a:xfrm>
            <a:off x="2811960" y="4016708"/>
            <a:ext cx="657615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SIMD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E730094-C23C-8E2B-0D77-2A33B0F291A5}"/>
              </a:ext>
            </a:extLst>
          </p:cNvPr>
          <p:cNvSpPr/>
          <p:nvPr/>
        </p:nvSpPr>
        <p:spPr>
          <a:xfrm>
            <a:off x="3639132" y="4016708"/>
            <a:ext cx="657615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SIMD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29C673D-845E-A23F-8D54-864F08DE6EE3}"/>
              </a:ext>
            </a:extLst>
          </p:cNvPr>
          <p:cNvSpPr/>
          <p:nvPr/>
        </p:nvSpPr>
        <p:spPr>
          <a:xfrm>
            <a:off x="4466305" y="4022221"/>
            <a:ext cx="657615" cy="4210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SIMD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AA223DD-B9AA-CBCC-57FC-DAF8AEED4853}"/>
              </a:ext>
            </a:extLst>
          </p:cNvPr>
          <p:cNvSpPr/>
          <p:nvPr/>
        </p:nvSpPr>
        <p:spPr>
          <a:xfrm>
            <a:off x="1836392" y="3327233"/>
            <a:ext cx="3450308" cy="3325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Scheduler</a:t>
            </a:r>
            <a:r>
              <a:rPr kumimoji="1" lang="en-US" altLang="ko-KR" sz="1100" dirty="0">
                <a:solidFill>
                  <a:srgbClr val="FF0000"/>
                </a:solidFill>
              </a:rPr>
              <a:t>(instruction issue per each WF)</a:t>
            </a:r>
            <a:endParaRPr kumimoji="1"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9C12F6A-A3EE-DFFF-27CE-636779450E0D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2197510" y="246020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98A2B21-DB93-3236-B9F1-81B3F8C6D1C1}"/>
              </a:ext>
            </a:extLst>
          </p:cNvPr>
          <p:cNvCxnSpPr/>
          <p:nvPr/>
        </p:nvCxnSpPr>
        <p:spPr>
          <a:xfrm flipH="1" flipV="1">
            <a:off x="3106486" y="246020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C82C446-F842-90C7-A3ED-0DCC90B27ABF}"/>
              </a:ext>
            </a:extLst>
          </p:cNvPr>
          <p:cNvCxnSpPr/>
          <p:nvPr/>
        </p:nvCxnSpPr>
        <p:spPr>
          <a:xfrm flipH="1" flipV="1">
            <a:off x="4015463" y="246020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E49CAAA-6135-9E00-D58E-298D2E26DAB7}"/>
              </a:ext>
            </a:extLst>
          </p:cNvPr>
          <p:cNvCxnSpPr/>
          <p:nvPr/>
        </p:nvCxnSpPr>
        <p:spPr>
          <a:xfrm flipH="1" flipV="1">
            <a:off x="4925011" y="246020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2A43EB9-D8BE-8782-9118-DE2803039646}"/>
              </a:ext>
            </a:extLst>
          </p:cNvPr>
          <p:cNvCxnSpPr/>
          <p:nvPr/>
        </p:nvCxnSpPr>
        <p:spPr>
          <a:xfrm flipH="1" flipV="1">
            <a:off x="2326408" y="3661021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B3CDDCBF-E1FB-76AA-1AD9-35252304D2CE}"/>
              </a:ext>
            </a:extLst>
          </p:cNvPr>
          <p:cNvCxnSpPr/>
          <p:nvPr/>
        </p:nvCxnSpPr>
        <p:spPr>
          <a:xfrm flipH="1" flipV="1">
            <a:off x="3157733" y="3661021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DBB8663-6D0F-6C57-9154-A7660BA2F246}"/>
              </a:ext>
            </a:extLst>
          </p:cNvPr>
          <p:cNvCxnSpPr/>
          <p:nvPr/>
        </p:nvCxnSpPr>
        <p:spPr>
          <a:xfrm flipH="1" flipV="1">
            <a:off x="3967368" y="3661021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66D3478-07FF-50EC-861E-1999F1A52593}"/>
              </a:ext>
            </a:extLst>
          </p:cNvPr>
          <p:cNvCxnSpPr/>
          <p:nvPr/>
        </p:nvCxnSpPr>
        <p:spPr>
          <a:xfrm flipH="1" flipV="1">
            <a:off x="4807429" y="3661021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0BC6616-DC02-0CE0-0561-06B44F664E06}"/>
              </a:ext>
            </a:extLst>
          </p:cNvPr>
          <p:cNvCxnSpPr/>
          <p:nvPr/>
        </p:nvCxnSpPr>
        <p:spPr>
          <a:xfrm flipH="1" flipV="1">
            <a:off x="2197510" y="310425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2C35325-740A-4403-E668-4DAA9FD6DC9D}"/>
              </a:ext>
            </a:extLst>
          </p:cNvPr>
          <p:cNvCxnSpPr/>
          <p:nvPr/>
        </p:nvCxnSpPr>
        <p:spPr>
          <a:xfrm flipH="1" flipV="1">
            <a:off x="3106486" y="310425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D5F7EB8-B158-94C3-2C59-5EC2E908E40D}"/>
              </a:ext>
            </a:extLst>
          </p:cNvPr>
          <p:cNvCxnSpPr/>
          <p:nvPr/>
        </p:nvCxnSpPr>
        <p:spPr>
          <a:xfrm flipH="1" flipV="1">
            <a:off x="4015463" y="310425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59201EE-C9F8-80EC-31A6-A8E5128F8503}"/>
              </a:ext>
            </a:extLst>
          </p:cNvPr>
          <p:cNvCxnSpPr/>
          <p:nvPr/>
        </p:nvCxnSpPr>
        <p:spPr>
          <a:xfrm flipH="1" flipV="1">
            <a:off x="4925011" y="3104250"/>
            <a:ext cx="571" cy="2131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54DE56-9FF9-048A-DDD6-3BF0FDAC29E9}"/>
              </a:ext>
            </a:extLst>
          </p:cNvPr>
          <p:cNvSpPr/>
          <p:nvPr/>
        </p:nvSpPr>
        <p:spPr>
          <a:xfrm>
            <a:off x="1993224" y="4613543"/>
            <a:ext cx="3130696" cy="349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Register Files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7C3483-6D2E-0875-CE8B-801C573ECC71}"/>
              </a:ext>
            </a:extLst>
          </p:cNvPr>
          <p:cNvSpPr/>
          <p:nvPr/>
        </p:nvSpPr>
        <p:spPr>
          <a:xfrm>
            <a:off x="1984788" y="5152105"/>
            <a:ext cx="1483958" cy="4562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Global 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Memory Pipeline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9370682-7085-BF41-F839-60B7C26838FF}"/>
              </a:ext>
            </a:extLst>
          </p:cNvPr>
          <p:cNvSpPr/>
          <p:nvPr/>
        </p:nvSpPr>
        <p:spPr>
          <a:xfrm>
            <a:off x="3639962" y="5152105"/>
            <a:ext cx="1483958" cy="4562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Local Data Store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F80F490-0130-36A3-5BD2-9241B315080F}"/>
              </a:ext>
            </a:extLst>
          </p:cNvPr>
          <p:cNvSpPr/>
          <p:nvPr/>
        </p:nvSpPr>
        <p:spPr>
          <a:xfrm>
            <a:off x="1826012" y="3874135"/>
            <a:ext cx="3450308" cy="1941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kumimoji="1"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EED68F85-12EB-74C5-16F1-F0AC47AAD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05680"/>
              </p:ext>
            </p:extLst>
          </p:nvPr>
        </p:nvGraphicFramePr>
        <p:xfrm>
          <a:off x="5895662" y="1708030"/>
          <a:ext cx="4470323" cy="2133600"/>
        </p:xfrm>
        <a:graphic>
          <a:graphicData uri="http://schemas.openxmlformats.org/drawingml/2006/table">
            <a:tbl>
              <a:tblPr/>
              <a:tblGrid>
                <a:gridCol w="986995">
                  <a:extLst>
                    <a:ext uri="{9D8B030D-6E8A-4147-A177-3AD203B41FA5}">
                      <a16:colId xmlns:a16="http://schemas.microsoft.com/office/drawing/2014/main" val="3229386434"/>
                    </a:ext>
                  </a:extLst>
                </a:gridCol>
                <a:gridCol w="870832">
                  <a:extLst>
                    <a:ext uri="{9D8B030D-6E8A-4147-A177-3AD203B41FA5}">
                      <a16:colId xmlns:a16="http://schemas.microsoft.com/office/drawing/2014/main" val="2100603580"/>
                    </a:ext>
                  </a:extLst>
                </a:gridCol>
                <a:gridCol w="870832">
                  <a:extLst>
                    <a:ext uri="{9D8B030D-6E8A-4147-A177-3AD203B41FA5}">
                      <a16:colId xmlns:a16="http://schemas.microsoft.com/office/drawing/2014/main" val="1440487296"/>
                    </a:ext>
                  </a:extLst>
                </a:gridCol>
                <a:gridCol w="870832">
                  <a:extLst>
                    <a:ext uri="{9D8B030D-6E8A-4147-A177-3AD203B41FA5}">
                      <a16:colId xmlns:a16="http://schemas.microsoft.com/office/drawing/2014/main" val="2821582028"/>
                    </a:ext>
                  </a:extLst>
                </a:gridCol>
                <a:gridCol w="870832">
                  <a:extLst>
                    <a:ext uri="{9D8B030D-6E8A-4147-A177-3AD203B41FA5}">
                      <a16:colId xmlns:a16="http://schemas.microsoft.com/office/drawing/2014/main" val="13481948"/>
                    </a:ext>
                  </a:extLst>
                </a:gridCol>
              </a:tblGrid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clock cycle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altLang="ko-KR" sz="1000" b="1" baseline="30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</a:t>
                      </a:r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(16-way)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  <a:r>
                        <a:rPr lang="en-US" altLang="ko-KR" sz="1000" b="1" baseline="30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nd</a:t>
                      </a:r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(16-way)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  <a:r>
                        <a:rPr lang="en-US" altLang="ko-KR" sz="1000" b="1" baseline="30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rd</a:t>
                      </a:r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 (16-way)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  <a:r>
                        <a:rPr lang="en-US" altLang="ko-KR" sz="1000" b="1" baseline="30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</a:t>
                      </a:r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(16-way)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219916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sz="10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1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503497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2</a:t>
                      </a:r>
                      <a:endParaRPr lang="en" altLang="ko-K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" sz="1000" b="1" kern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719537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3</a:t>
                      </a:r>
                      <a:endParaRPr lang="en" altLang="ko-K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" sz="1000" b="1" kern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398723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4</a:t>
                      </a:r>
                      <a:endParaRPr lang="en" altLang="ko-K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82287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5</a:t>
                      </a:r>
                      <a:endParaRPr lang="en" altLang="ko-K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08160"/>
                  </a:ext>
                </a:extLst>
              </a:tr>
              <a:tr h="27717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cycle 6</a:t>
                      </a:r>
                      <a:endParaRPr lang="en" altLang="ko-KR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  <a:endParaRPr lang="ko-KR" altLang="en-US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" sz="10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en" sz="1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40859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2001FCEC-9A38-C945-B4C7-29875DA0DB78}"/>
              </a:ext>
            </a:extLst>
          </p:cNvPr>
          <p:cNvSpPr txBox="1"/>
          <p:nvPr/>
        </p:nvSpPr>
        <p:spPr>
          <a:xfrm>
            <a:off x="5766336" y="3987927"/>
            <a:ext cx="4954964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" altLang="ko-KR" sz="1400" b="1" u="sng" dirty="0"/>
              <a:t>SIMD Unit Architecture and Parallelism</a:t>
            </a:r>
          </a:p>
          <a:p>
            <a:r>
              <a:rPr lang="en" altLang="ko-KR" sz="1400" dirty="0"/>
              <a:t>A single 16-way SIMD unit possesses 16 ALU lanes.</a:t>
            </a:r>
            <a:br>
              <a:rPr lang="en" altLang="ko-KR" sz="1400" dirty="0"/>
            </a:br>
            <a:endParaRPr lang="en" altLang="ko-KR" sz="1400" dirty="0"/>
          </a:p>
          <a:p>
            <a:r>
              <a:rPr lang="en-US" altLang="ko-KR" sz="1400" dirty="0"/>
              <a:t>There </a:t>
            </a:r>
            <a:r>
              <a:rPr lang="en" altLang="ko-KR" sz="1400" dirty="0"/>
              <a:t>are 16 parallel processing paths-one set for R (Read), E (Execute), and W (Write-it can perform individual operations on 16 different operands simultaneously.</a:t>
            </a:r>
          </a:p>
        </p:txBody>
      </p:sp>
      <p:sp>
        <p:nvSpPr>
          <p:cNvPr id="62" name="아래쪽 화살표[D] 61">
            <a:extLst>
              <a:ext uri="{FF2B5EF4-FFF2-40B4-BE49-F238E27FC236}">
                <a16:creationId xmlns:a16="http://schemas.microsoft.com/office/drawing/2014/main" id="{CDF65F50-0034-76CD-2EEF-36D1C634CC0C}"/>
              </a:ext>
            </a:extLst>
          </p:cNvPr>
          <p:cNvSpPr/>
          <p:nvPr/>
        </p:nvSpPr>
        <p:spPr>
          <a:xfrm>
            <a:off x="3394959" y="1405167"/>
            <a:ext cx="436880" cy="3325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745CE58-2DD1-43A0-9715-44424B59ACA1}"/>
              </a:ext>
            </a:extLst>
          </p:cNvPr>
          <p:cNvSpPr/>
          <p:nvPr/>
        </p:nvSpPr>
        <p:spPr>
          <a:xfrm>
            <a:off x="1578167" y="861770"/>
            <a:ext cx="8720068" cy="426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b="1" u="sng" dirty="0">
                <a:solidFill>
                  <a:schemeClr val="tx1"/>
                </a:solidFill>
              </a:rPr>
              <a:t>ACE</a:t>
            </a:r>
            <a:r>
              <a:rPr lang="en-US" altLang="ko-KR" sz="1100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ko-KR" sz="1200" dirty="0">
                <a:solidFill>
                  <a:srgbClr val="0A0A0A"/>
                </a:solidFill>
                <a:latin typeface="Google Sans"/>
              </a:rPr>
              <a:t>(</a:t>
            </a:r>
            <a:r>
              <a:rPr lang="en" altLang="ko-KR" sz="1200" dirty="0">
                <a:solidFill>
                  <a:srgbClr val="0A0A0A"/>
                </a:solidFill>
                <a:latin typeface="Google Sans"/>
              </a:rPr>
              <a:t>A</a:t>
            </a:r>
            <a:r>
              <a:rPr lang="en" altLang="ko-KR" sz="1200" b="0" i="0" dirty="0">
                <a:solidFill>
                  <a:srgbClr val="0A0A0A"/>
                </a:solidFill>
                <a:effectLst/>
                <a:latin typeface="Google Sans"/>
              </a:rPr>
              <a:t>synchronous </a:t>
            </a:r>
            <a:r>
              <a:rPr lang="en" altLang="ko-KR" sz="1200" dirty="0">
                <a:solidFill>
                  <a:srgbClr val="0A0A0A"/>
                </a:solidFill>
                <a:latin typeface="Google Sans"/>
              </a:rPr>
              <a:t>C</a:t>
            </a:r>
            <a:r>
              <a:rPr lang="en" altLang="ko-KR" sz="1200" b="0" i="0" dirty="0">
                <a:solidFill>
                  <a:srgbClr val="0A0A0A"/>
                </a:solidFill>
                <a:effectLst/>
                <a:latin typeface="Google Sans"/>
              </a:rPr>
              <a:t>ompute Engine)</a:t>
            </a:r>
            <a:r>
              <a:rPr kumimoji="1" lang="en-US" altLang="ko-KR" sz="1200" dirty="0">
                <a:solidFill>
                  <a:schemeClr val="tx1"/>
                </a:solidFill>
              </a:rPr>
              <a:t> : </a:t>
            </a:r>
            <a:r>
              <a:rPr kumimoji="1" lang="en-US" altLang="ko-KR" sz="1200" u="sng" dirty="0">
                <a:solidFill>
                  <a:srgbClr val="FF0000"/>
                </a:solidFill>
              </a:rPr>
              <a:t>work-group : CU</a:t>
            </a:r>
            <a:r>
              <a:rPr kumimoji="1" lang="en-US" altLang="ko-KR" sz="1200" dirty="0">
                <a:solidFill>
                  <a:srgbClr val="FF0000"/>
                </a:solidFill>
              </a:rPr>
              <a:t> mapping</a:t>
            </a:r>
            <a:endParaRPr kumimoji="1"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12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A709129-F425-394F-2F51-2184757F050D}"/>
              </a:ext>
            </a:extLst>
          </p:cNvPr>
          <p:cNvGrpSpPr/>
          <p:nvPr/>
        </p:nvGrpSpPr>
        <p:grpSpPr>
          <a:xfrm>
            <a:off x="2507693" y="1583356"/>
            <a:ext cx="2699820" cy="3036076"/>
            <a:chOff x="2507693" y="1443210"/>
            <a:chExt cx="2699820" cy="3176222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618CC43-BA2E-86BD-D290-F5BC06B9F727}"/>
                </a:ext>
              </a:extLst>
            </p:cNvPr>
            <p:cNvSpPr/>
            <p:nvPr/>
          </p:nvSpPr>
          <p:spPr>
            <a:xfrm>
              <a:off x="2507693" y="1443210"/>
              <a:ext cx="2699820" cy="3176222"/>
            </a:xfrm>
            <a:prstGeom prst="rect">
              <a:avLst/>
            </a:prstGeom>
            <a:solidFill>
              <a:srgbClr val="D4672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0D694B2-2900-05F0-1BD7-4431BFBDDAA1}"/>
                </a:ext>
              </a:extLst>
            </p:cNvPr>
            <p:cNvSpPr txBox="1"/>
            <p:nvPr/>
          </p:nvSpPr>
          <p:spPr>
            <a:xfrm>
              <a:off x="2513201" y="1482844"/>
              <a:ext cx="3802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b="1" dirty="0">
                  <a:solidFill>
                    <a:schemeClr val="bg1"/>
                  </a:solidFill>
                </a:rPr>
                <a:t>SM</a:t>
              </a:r>
            </a:p>
          </p:txBody>
        </p:sp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550D007-9E0E-840D-48B5-38F373E211C9}"/>
              </a:ext>
            </a:extLst>
          </p:cNvPr>
          <p:cNvSpPr/>
          <p:nvPr/>
        </p:nvSpPr>
        <p:spPr>
          <a:xfrm>
            <a:off x="3949317" y="3286416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DA727933-ECBF-8F17-D74C-B7FBFD759F79}"/>
              </a:ext>
            </a:extLst>
          </p:cNvPr>
          <p:cNvSpPr/>
          <p:nvPr/>
        </p:nvSpPr>
        <p:spPr>
          <a:xfrm>
            <a:off x="2587397" y="3286416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CB3BF14-373D-180D-FE4D-7C7D452A46F4}"/>
              </a:ext>
            </a:extLst>
          </p:cNvPr>
          <p:cNvSpPr/>
          <p:nvPr/>
        </p:nvSpPr>
        <p:spPr>
          <a:xfrm>
            <a:off x="3949317" y="2051091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4A7B2ED7-8241-8BB2-182F-328515B1CDD7}"/>
              </a:ext>
            </a:extLst>
          </p:cNvPr>
          <p:cNvSpPr/>
          <p:nvPr/>
        </p:nvSpPr>
        <p:spPr>
          <a:xfrm>
            <a:off x="2587397" y="2051091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C2DEB7B8-3868-7813-CB8D-2BAD29DD3DB7}"/>
              </a:ext>
            </a:extLst>
          </p:cNvPr>
          <p:cNvGrpSpPr/>
          <p:nvPr/>
        </p:nvGrpSpPr>
        <p:grpSpPr>
          <a:xfrm>
            <a:off x="2605883" y="2077755"/>
            <a:ext cx="1621939" cy="1466810"/>
            <a:chOff x="2605883" y="2077755"/>
            <a:chExt cx="1621939" cy="1466810"/>
          </a:xfrm>
          <a:solidFill>
            <a:schemeClr val="accent6"/>
          </a:solidFill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2E37F91-2F5E-2160-EE75-3C14902CFC0F}"/>
                </a:ext>
              </a:extLst>
            </p:cNvPr>
            <p:cNvSpPr/>
            <p:nvPr/>
          </p:nvSpPr>
          <p:spPr>
            <a:xfrm>
              <a:off x="2605883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C6D3A38-A27F-2882-930A-BCB8EA945591}"/>
                </a:ext>
              </a:extLst>
            </p:cNvPr>
            <p:cNvSpPr/>
            <p:nvPr/>
          </p:nvSpPr>
          <p:spPr>
            <a:xfrm>
              <a:off x="3965607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D71F9A1-CD39-334D-CBC3-836592EE32C3}"/>
                </a:ext>
              </a:extLst>
            </p:cNvPr>
            <p:cNvSpPr/>
            <p:nvPr/>
          </p:nvSpPr>
          <p:spPr>
            <a:xfrm>
              <a:off x="2605883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CC65090-E75C-C535-C1AC-02A454692524}"/>
                </a:ext>
              </a:extLst>
            </p:cNvPr>
            <p:cNvSpPr/>
            <p:nvPr/>
          </p:nvSpPr>
          <p:spPr>
            <a:xfrm>
              <a:off x="3965607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F4CAA06B-B52A-D1CA-4268-0934B726F56A}"/>
              </a:ext>
            </a:extLst>
          </p:cNvPr>
          <p:cNvGrpSpPr/>
          <p:nvPr/>
        </p:nvGrpSpPr>
        <p:grpSpPr>
          <a:xfrm>
            <a:off x="2605883" y="2342943"/>
            <a:ext cx="1621939" cy="1466810"/>
            <a:chOff x="2605883" y="2342943"/>
            <a:chExt cx="1621939" cy="1466810"/>
          </a:xfrm>
          <a:solidFill>
            <a:schemeClr val="accent6"/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CB0FDC6-8110-0457-2DF8-D72853EEB3AD}"/>
                </a:ext>
              </a:extLst>
            </p:cNvPr>
            <p:cNvSpPr/>
            <p:nvPr/>
          </p:nvSpPr>
          <p:spPr>
            <a:xfrm>
              <a:off x="2605883" y="234294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E0D8507-E01F-F392-C368-79EE82FFF18B}"/>
                </a:ext>
              </a:extLst>
            </p:cNvPr>
            <p:cNvSpPr/>
            <p:nvPr/>
          </p:nvSpPr>
          <p:spPr>
            <a:xfrm>
              <a:off x="3965607" y="234294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9B52D0C-4B97-C3F1-DF6A-077F96B3F1E2}"/>
                </a:ext>
              </a:extLst>
            </p:cNvPr>
            <p:cNvSpPr/>
            <p:nvPr/>
          </p:nvSpPr>
          <p:spPr>
            <a:xfrm>
              <a:off x="2605883" y="357862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9656601-F33F-D267-1672-1ACC279217C9}"/>
                </a:ext>
              </a:extLst>
            </p:cNvPr>
            <p:cNvSpPr/>
            <p:nvPr/>
          </p:nvSpPr>
          <p:spPr>
            <a:xfrm>
              <a:off x="3965607" y="357862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ECC8A3C-2D1A-FF01-13CC-985D5560D366}"/>
              </a:ext>
            </a:extLst>
          </p:cNvPr>
          <p:cNvGrpSpPr/>
          <p:nvPr/>
        </p:nvGrpSpPr>
        <p:grpSpPr>
          <a:xfrm>
            <a:off x="2898737" y="2077755"/>
            <a:ext cx="1621939" cy="1466810"/>
            <a:chOff x="2898737" y="2077755"/>
            <a:chExt cx="1621939" cy="1466810"/>
          </a:xfrm>
          <a:solidFill>
            <a:schemeClr val="accent6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FE25292-1B95-2592-6B6C-14B5BFC40EEE}"/>
                </a:ext>
              </a:extLst>
            </p:cNvPr>
            <p:cNvSpPr/>
            <p:nvPr/>
          </p:nvSpPr>
          <p:spPr>
            <a:xfrm>
              <a:off x="2898737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429FC3C-1D38-4F6D-A258-E00E37C38DB1}"/>
                </a:ext>
              </a:extLst>
            </p:cNvPr>
            <p:cNvSpPr/>
            <p:nvPr/>
          </p:nvSpPr>
          <p:spPr>
            <a:xfrm>
              <a:off x="4258461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EF7860A-17E4-069F-3BAA-B3FE95FB90FB}"/>
                </a:ext>
              </a:extLst>
            </p:cNvPr>
            <p:cNvSpPr/>
            <p:nvPr/>
          </p:nvSpPr>
          <p:spPr>
            <a:xfrm>
              <a:off x="2898737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4C2267D-0CF3-B85B-4BBF-6B90C190A302}"/>
                </a:ext>
              </a:extLst>
            </p:cNvPr>
            <p:cNvSpPr/>
            <p:nvPr/>
          </p:nvSpPr>
          <p:spPr>
            <a:xfrm>
              <a:off x="4258461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AD0AAC-BD23-85D9-073C-3456246E633B}"/>
              </a:ext>
            </a:extLst>
          </p:cNvPr>
          <p:cNvGrpSpPr/>
          <p:nvPr/>
        </p:nvGrpSpPr>
        <p:grpSpPr>
          <a:xfrm>
            <a:off x="3191592" y="2077755"/>
            <a:ext cx="1621939" cy="1466810"/>
            <a:chOff x="3191592" y="2077755"/>
            <a:chExt cx="1621939" cy="1466810"/>
          </a:xfrm>
          <a:solidFill>
            <a:schemeClr val="accent6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EBBC4CB-ADD3-2907-55B9-FC2CB81C435E}"/>
                </a:ext>
              </a:extLst>
            </p:cNvPr>
            <p:cNvSpPr/>
            <p:nvPr/>
          </p:nvSpPr>
          <p:spPr>
            <a:xfrm>
              <a:off x="3191592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8401B72-69DF-AD9A-9D38-13B2D7206AF1}"/>
                </a:ext>
              </a:extLst>
            </p:cNvPr>
            <p:cNvSpPr/>
            <p:nvPr/>
          </p:nvSpPr>
          <p:spPr>
            <a:xfrm>
              <a:off x="4551316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CE91B20-88B8-8CF5-17F2-1CCE4873CCD2}"/>
                </a:ext>
              </a:extLst>
            </p:cNvPr>
            <p:cNvSpPr/>
            <p:nvPr/>
          </p:nvSpPr>
          <p:spPr>
            <a:xfrm>
              <a:off x="3191592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DAB108C4-81E9-3390-7ACF-B781322D954B}"/>
                </a:ext>
              </a:extLst>
            </p:cNvPr>
            <p:cNvSpPr/>
            <p:nvPr/>
          </p:nvSpPr>
          <p:spPr>
            <a:xfrm>
              <a:off x="4551316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B8CE5645-3476-159C-023C-2BB4EEA62D29}"/>
              </a:ext>
            </a:extLst>
          </p:cNvPr>
          <p:cNvGrpSpPr/>
          <p:nvPr/>
        </p:nvGrpSpPr>
        <p:grpSpPr>
          <a:xfrm>
            <a:off x="3484446" y="2077755"/>
            <a:ext cx="1621939" cy="1466810"/>
            <a:chOff x="3484446" y="2077755"/>
            <a:chExt cx="1621939" cy="1466810"/>
          </a:xfrm>
          <a:solidFill>
            <a:schemeClr val="accent6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17FEF18-841C-8459-9E85-FEA29F1728A4}"/>
                </a:ext>
              </a:extLst>
            </p:cNvPr>
            <p:cNvSpPr/>
            <p:nvPr/>
          </p:nvSpPr>
          <p:spPr>
            <a:xfrm>
              <a:off x="3484446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D563992-1F24-0949-623C-F46C4DB88FD9}"/>
                </a:ext>
              </a:extLst>
            </p:cNvPr>
            <p:cNvSpPr/>
            <p:nvPr/>
          </p:nvSpPr>
          <p:spPr>
            <a:xfrm>
              <a:off x="4844170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E82DA22-C4FC-BE70-E7E6-24A990A72A68}"/>
                </a:ext>
              </a:extLst>
            </p:cNvPr>
            <p:cNvSpPr/>
            <p:nvPr/>
          </p:nvSpPr>
          <p:spPr>
            <a:xfrm>
              <a:off x="3484446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4B5EA1A-CB5F-0C4F-7718-C389E2AA8B26}"/>
                </a:ext>
              </a:extLst>
            </p:cNvPr>
            <p:cNvSpPr/>
            <p:nvPr/>
          </p:nvSpPr>
          <p:spPr>
            <a:xfrm>
              <a:off x="4844170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D175EDF-CF9B-CFED-1E39-34992B794D85}"/>
              </a:ext>
            </a:extLst>
          </p:cNvPr>
          <p:cNvGrpSpPr/>
          <p:nvPr/>
        </p:nvGrpSpPr>
        <p:grpSpPr>
          <a:xfrm>
            <a:off x="2898737" y="2345013"/>
            <a:ext cx="1621939" cy="1466810"/>
            <a:chOff x="2898737" y="2345013"/>
            <a:chExt cx="1621939" cy="1466810"/>
          </a:xfrm>
          <a:solidFill>
            <a:schemeClr val="accent6"/>
          </a:solidFill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6661226-9B5C-1953-4ECC-09FBF4DB8B48}"/>
                </a:ext>
              </a:extLst>
            </p:cNvPr>
            <p:cNvSpPr/>
            <p:nvPr/>
          </p:nvSpPr>
          <p:spPr>
            <a:xfrm>
              <a:off x="2898737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310434F-5316-4585-BBFB-20220ED62433}"/>
                </a:ext>
              </a:extLst>
            </p:cNvPr>
            <p:cNvSpPr/>
            <p:nvPr/>
          </p:nvSpPr>
          <p:spPr>
            <a:xfrm>
              <a:off x="4258461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D080ECD-96BE-9282-AC98-61694FFEDCC8}"/>
                </a:ext>
              </a:extLst>
            </p:cNvPr>
            <p:cNvSpPr/>
            <p:nvPr/>
          </p:nvSpPr>
          <p:spPr>
            <a:xfrm>
              <a:off x="2898737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1FE0A7A-3EDD-EC42-AC0C-5FD8DC0E3A63}"/>
                </a:ext>
              </a:extLst>
            </p:cNvPr>
            <p:cNvSpPr/>
            <p:nvPr/>
          </p:nvSpPr>
          <p:spPr>
            <a:xfrm>
              <a:off x="4258461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9CFC9245-202D-0CB6-804F-AD53FFF18D42}"/>
              </a:ext>
            </a:extLst>
          </p:cNvPr>
          <p:cNvGrpSpPr/>
          <p:nvPr/>
        </p:nvGrpSpPr>
        <p:grpSpPr>
          <a:xfrm>
            <a:off x="3191592" y="2345013"/>
            <a:ext cx="1621939" cy="1466810"/>
            <a:chOff x="3191592" y="2345013"/>
            <a:chExt cx="1621939" cy="1466810"/>
          </a:xfrm>
          <a:solidFill>
            <a:schemeClr val="accent6"/>
          </a:solidFill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01BCF19-4F52-C3A4-1611-4972BE7DAA10}"/>
                </a:ext>
              </a:extLst>
            </p:cNvPr>
            <p:cNvSpPr/>
            <p:nvPr/>
          </p:nvSpPr>
          <p:spPr>
            <a:xfrm>
              <a:off x="3191592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E11E89A-DDCB-BB5B-1277-90DCC8F3BB6C}"/>
                </a:ext>
              </a:extLst>
            </p:cNvPr>
            <p:cNvSpPr/>
            <p:nvPr/>
          </p:nvSpPr>
          <p:spPr>
            <a:xfrm>
              <a:off x="4551316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C633E6A-A5ED-F6C5-6319-A9C5933A470C}"/>
                </a:ext>
              </a:extLst>
            </p:cNvPr>
            <p:cNvSpPr/>
            <p:nvPr/>
          </p:nvSpPr>
          <p:spPr>
            <a:xfrm>
              <a:off x="3191592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51AB91D6-FA93-3579-9764-14E066D48E58}"/>
                </a:ext>
              </a:extLst>
            </p:cNvPr>
            <p:cNvSpPr/>
            <p:nvPr/>
          </p:nvSpPr>
          <p:spPr>
            <a:xfrm>
              <a:off x="4551316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732BAD3-EF0B-9939-4D9B-13D8887FC9F7}"/>
              </a:ext>
            </a:extLst>
          </p:cNvPr>
          <p:cNvGrpSpPr/>
          <p:nvPr/>
        </p:nvGrpSpPr>
        <p:grpSpPr>
          <a:xfrm>
            <a:off x="3484446" y="2345013"/>
            <a:ext cx="1621939" cy="1466810"/>
            <a:chOff x="3484446" y="2345013"/>
            <a:chExt cx="1621939" cy="1466810"/>
          </a:xfrm>
          <a:solidFill>
            <a:schemeClr val="accent6"/>
          </a:solidFill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A94E4AF-ADD9-4E15-16CC-0B510D0DF975}"/>
                </a:ext>
              </a:extLst>
            </p:cNvPr>
            <p:cNvSpPr/>
            <p:nvPr/>
          </p:nvSpPr>
          <p:spPr>
            <a:xfrm>
              <a:off x="3484446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174CB86-7B14-0A0C-B0A5-613FB0EE4696}"/>
                </a:ext>
              </a:extLst>
            </p:cNvPr>
            <p:cNvSpPr/>
            <p:nvPr/>
          </p:nvSpPr>
          <p:spPr>
            <a:xfrm>
              <a:off x="4844170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00DF05D-6AC7-286A-AB94-3AC4AF988F7F}"/>
                </a:ext>
              </a:extLst>
            </p:cNvPr>
            <p:cNvSpPr/>
            <p:nvPr/>
          </p:nvSpPr>
          <p:spPr>
            <a:xfrm>
              <a:off x="3484446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18815A16-EA38-815E-0ADD-17C13C06CD70}"/>
                </a:ext>
              </a:extLst>
            </p:cNvPr>
            <p:cNvSpPr/>
            <p:nvPr/>
          </p:nvSpPr>
          <p:spPr>
            <a:xfrm>
              <a:off x="4844170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4696783-54B4-0B61-B44B-A43E6837C2AB}"/>
              </a:ext>
            </a:extLst>
          </p:cNvPr>
          <p:cNvGrpSpPr/>
          <p:nvPr/>
        </p:nvGrpSpPr>
        <p:grpSpPr>
          <a:xfrm>
            <a:off x="2605883" y="2608130"/>
            <a:ext cx="1621939" cy="1466810"/>
            <a:chOff x="2605883" y="2608130"/>
            <a:chExt cx="1621939" cy="1466810"/>
          </a:xfrm>
          <a:solidFill>
            <a:schemeClr val="accent6"/>
          </a:solidFill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C023AE2-9567-B24E-7B3C-10859469A127}"/>
                </a:ext>
              </a:extLst>
            </p:cNvPr>
            <p:cNvSpPr/>
            <p:nvPr/>
          </p:nvSpPr>
          <p:spPr>
            <a:xfrm>
              <a:off x="2605883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91BD930-9B2E-EBB5-53A0-4929D5DE18D7}"/>
                </a:ext>
              </a:extLst>
            </p:cNvPr>
            <p:cNvSpPr/>
            <p:nvPr/>
          </p:nvSpPr>
          <p:spPr>
            <a:xfrm>
              <a:off x="3965607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18F47F6-B2B2-643B-0BCC-5EB20CF022A6}"/>
                </a:ext>
              </a:extLst>
            </p:cNvPr>
            <p:cNvSpPr/>
            <p:nvPr/>
          </p:nvSpPr>
          <p:spPr>
            <a:xfrm>
              <a:off x="2605883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4A00E030-D9AE-66B6-B276-BDAA8E5E6511}"/>
                </a:ext>
              </a:extLst>
            </p:cNvPr>
            <p:cNvSpPr/>
            <p:nvPr/>
          </p:nvSpPr>
          <p:spPr>
            <a:xfrm>
              <a:off x="3965607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5AC80DCF-BB6F-9EF7-041E-20741FF34C68}"/>
              </a:ext>
            </a:extLst>
          </p:cNvPr>
          <p:cNvGrpSpPr/>
          <p:nvPr/>
        </p:nvGrpSpPr>
        <p:grpSpPr>
          <a:xfrm>
            <a:off x="2898737" y="2608130"/>
            <a:ext cx="1621939" cy="1466810"/>
            <a:chOff x="2898737" y="2608130"/>
            <a:chExt cx="1621939" cy="1466810"/>
          </a:xfrm>
          <a:solidFill>
            <a:schemeClr val="accent6"/>
          </a:solidFill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6432D39-FBD1-FB86-5D8E-941E1A6671A2}"/>
                </a:ext>
              </a:extLst>
            </p:cNvPr>
            <p:cNvSpPr/>
            <p:nvPr/>
          </p:nvSpPr>
          <p:spPr>
            <a:xfrm>
              <a:off x="2898737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0465903-DDB0-3799-BDB1-34262CAD8E94}"/>
                </a:ext>
              </a:extLst>
            </p:cNvPr>
            <p:cNvSpPr/>
            <p:nvPr/>
          </p:nvSpPr>
          <p:spPr>
            <a:xfrm>
              <a:off x="4258461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B0F2A48E-EC2D-2C9C-C2FC-F28DCBBD6E93}"/>
                </a:ext>
              </a:extLst>
            </p:cNvPr>
            <p:cNvSpPr/>
            <p:nvPr/>
          </p:nvSpPr>
          <p:spPr>
            <a:xfrm>
              <a:off x="2898737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F2D1240-A9AD-E43B-9D80-3A1B9200BE07}"/>
                </a:ext>
              </a:extLst>
            </p:cNvPr>
            <p:cNvSpPr/>
            <p:nvPr/>
          </p:nvSpPr>
          <p:spPr>
            <a:xfrm>
              <a:off x="4258461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69E5C2D-249A-D603-28A3-A74A67636977}"/>
              </a:ext>
            </a:extLst>
          </p:cNvPr>
          <p:cNvGrpSpPr/>
          <p:nvPr/>
        </p:nvGrpSpPr>
        <p:grpSpPr>
          <a:xfrm>
            <a:off x="3191592" y="2608130"/>
            <a:ext cx="1621939" cy="1466810"/>
            <a:chOff x="3191592" y="2608130"/>
            <a:chExt cx="1621939" cy="1466810"/>
          </a:xfrm>
          <a:solidFill>
            <a:schemeClr val="accent6"/>
          </a:solidFill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45374B9-55F5-11D1-5B1D-88C526D497A0}"/>
                </a:ext>
              </a:extLst>
            </p:cNvPr>
            <p:cNvSpPr/>
            <p:nvPr/>
          </p:nvSpPr>
          <p:spPr>
            <a:xfrm>
              <a:off x="3191592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BA9FA2D-41E1-42CE-562E-9F7D682AAC67}"/>
                </a:ext>
              </a:extLst>
            </p:cNvPr>
            <p:cNvSpPr/>
            <p:nvPr/>
          </p:nvSpPr>
          <p:spPr>
            <a:xfrm>
              <a:off x="4551316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B7E62DBE-9688-9728-0E73-4DA2937FF52D}"/>
                </a:ext>
              </a:extLst>
            </p:cNvPr>
            <p:cNvSpPr/>
            <p:nvPr/>
          </p:nvSpPr>
          <p:spPr>
            <a:xfrm>
              <a:off x="3191592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3A4E100-BEBE-632E-9548-46694E57837C}"/>
                </a:ext>
              </a:extLst>
            </p:cNvPr>
            <p:cNvSpPr/>
            <p:nvPr/>
          </p:nvSpPr>
          <p:spPr>
            <a:xfrm>
              <a:off x="4551316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2D15789-1224-AD20-2C12-D93372359E2B}"/>
              </a:ext>
            </a:extLst>
          </p:cNvPr>
          <p:cNvGrpSpPr/>
          <p:nvPr/>
        </p:nvGrpSpPr>
        <p:grpSpPr>
          <a:xfrm>
            <a:off x="3484446" y="2608130"/>
            <a:ext cx="1621939" cy="1466810"/>
            <a:chOff x="3484446" y="2608130"/>
            <a:chExt cx="1621939" cy="1466810"/>
          </a:xfrm>
          <a:solidFill>
            <a:schemeClr val="accent6"/>
          </a:solidFill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B3339C2-6486-F8EB-267B-24FF8C2A281E}"/>
                </a:ext>
              </a:extLst>
            </p:cNvPr>
            <p:cNvSpPr/>
            <p:nvPr/>
          </p:nvSpPr>
          <p:spPr>
            <a:xfrm>
              <a:off x="3484446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2048C2F-9AC5-6AA6-496A-3E4E36DDA628}"/>
                </a:ext>
              </a:extLst>
            </p:cNvPr>
            <p:cNvSpPr/>
            <p:nvPr/>
          </p:nvSpPr>
          <p:spPr>
            <a:xfrm>
              <a:off x="4844170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984BF08-947E-366B-06FF-E261DE0F7448}"/>
                </a:ext>
              </a:extLst>
            </p:cNvPr>
            <p:cNvSpPr/>
            <p:nvPr/>
          </p:nvSpPr>
          <p:spPr>
            <a:xfrm>
              <a:off x="3484446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98EF8F2-63C1-0B20-ACE9-0796E1D4A1D7}"/>
                </a:ext>
              </a:extLst>
            </p:cNvPr>
            <p:cNvSpPr/>
            <p:nvPr/>
          </p:nvSpPr>
          <p:spPr>
            <a:xfrm>
              <a:off x="4844170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E709289-A552-5B92-14E3-628E4697CEE6}"/>
              </a:ext>
            </a:extLst>
          </p:cNvPr>
          <p:cNvGrpSpPr/>
          <p:nvPr/>
        </p:nvGrpSpPr>
        <p:grpSpPr>
          <a:xfrm>
            <a:off x="2605883" y="2873318"/>
            <a:ext cx="1621939" cy="1466810"/>
            <a:chOff x="2605883" y="2873318"/>
            <a:chExt cx="1621939" cy="1466810"/>
          </a:xfrm>
          <a:solidFill>
            <a:schemeClr val="accent6"/>
          </a:solidFill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8A8CD94-67AC-08D7-5684-9C3A95390B0E}"/>
                </a:ext>
              </a:extLst>
            </p:cNvPr>
            <p:cNvSpPr/>
            <p:nvPr/>
          </p:nvSpPr>
          <p:spPr>
            <a:xfrm>
              <a:off x="2605883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96454C7-64D2-324A-FC80-BF4EAE75D561}"/>
                </a:ext>
              </a:extLst>
            </p:cNvPr>
            <p:cNvSpPr/>
            <p:nvPr/>
          </p:nvSpPr>
          <p:spPr>
            <a:xfrm>
              <a:off x="3965607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39C219E-EB1F-B077-818D-518DF6322070}"/>
                </a:ext>
              </a:extLst>
            </p:cNvPr>
            <p:cNvSpPr/>
            <p:nvPr/>
          </p:nvSpPr>
          <p:spPr>
            <a:xfrm>
              <a:off x="2605883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6C5ECDE4-A991-E4E4-63D3-23D630F44D5E}"/>
                </a:ext>
              </a:extLst>
            </p:cNvPr>
            <p:cNvSpPr/>
            <p:nvPr/>
          </p:nvSpPr>
          <p:spPr>
            <a:xfrm>
              <a:off x="3965607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B7F7AA6-A464-2358-135B-4A12F07014C1}"/>
              </a:ext>
            </a:extLst>
          </p:cNvPr>
          <p:cNvGrpSpPr/>
          <p:nvPr/>
        </p:nvGrpSpPr>
        <p:grpSpPr>
          <a:xfrm>
            <a:off x="2898737" y="2873318"/>
            <a:ext cx="1621939" cy="1466810"/>
            <a:chOff x="2898737" y="2873318"/>
            <a:chExt cx="1621939" cy="1466810"/>
          </a:xfrm>
          <a:solidFill>
            <a:schemeClr val="accent6"/>
          </a:solidFill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9AAC6C0-D59E-0AD8-D471-0E7D92DC0442}"/>
                </a:ext>
              </a:extLst>
            </p:cNvPr>
            <p:cNvSpPr/>
            <p:nvPr/>
          </p:nvSpPr>
          <p:spPr>
            <a:xfrm>
              <a:off x="2898737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A683251-FD28-59E5-523A-C0550B55ED6E}"/>
                </a:ext>
              </a:extLst>
            </p:cNvPr>
            <p:cNvSpPr/>
            <p:nvPr/>
          </p:nvSpPr>
          <p:spPr>
            <a:xfrm>
              <a:off x="4258461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1FFC444-4247-8F64-98A2-0A27DCEC6816}"/>
                </a:ext>
              </a:extLst>
            </p:cNvPr>
            <p:cNvSpPr/>
            <p:nvPr/>
          </p:nvSpPr>
          <p:spPr>
            <a:xfrm>
              <a:off x="2898737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8BE369C-5D44-737A-3CEA-17E765990E20}"/>
                </a:ext>
              </a:extLst>
            </p:cNvPr>
            <p:cNvSpPr/>
            <p:nvPr/>
          </p:nvSpPr>
          <p:spPr>
            <a:xfrm>
              <a:off x="4258461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6D25FE54-2210-F090-F076-DE90E8575A59}"/>
              </a:ext>
            </a:extLst>
          </p:cNvPr>
          <p:cNvGrpSpPr/>
          <p:nvPr/>
        </p:nvGrpSpPr>
        <p:grpSpPr>
          <a:xfrm>
            <a:off x="3191592" y="2873318"/>
            <a:ext cx="1621939" cy="1466810"/>
            <a:chOff x="3191592" y="2873318"/>
            <a:chExt cx="1621939" cy="1466810"/>
          </a:xfrm>
          <a:solidFill>
            <a:schemeClr val="accent6"/>
          </a:solidFill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FF64302-4A65-4F5F-1296-E1BB3972C489}"/>
                </a:ext>
              </a:extLst>
            </p:cNvPr>
            <p:cNvSpPr/>
            <p:nvPr/>
          </p:nvSpPr>
          <p:spPr>
            <a:xfrm>
              <a:off x="3191592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0EFC7C5-1EE8-4802-3188-8A5BD40DCC8C}"/>
                </a:ext>
              </a:extLst>
            </p:cNvPr>
            <p:cNvSpPr/>
            <p:nvPr/>
          </p:nvSpPr>
          <p:spPr>
            <a:xfrm>
              <a:off x="4551316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FB38671-26F1-6736-BF5B-24A49276E0E5}"/>
                </a:ext>
              </a:extLst>
            </p:cNvPr>
            <p:cNvSpPr/>
            <p:nvPr/>
          </p:nvSpPr>
          <p:spPr>
            <a:xfrm>
              <a:off x="3191592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F5F833A-412D-C318-CD81-F39CCCA0733E}"/>
                </a:ext>
              </a:extLst>
            </p:cNvPr>
            <p:cNvSpPr/>
            <p:nvPr/>
          </p:nvSpPr>
          <p:spPr>
            <a:xfrm>
              <a:off x="4551316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3E250C1-3683-A330-45CF-773AEA7F454A}"/>
              </a:ext>
            </a:extLst>
          </p:cNvPr>
          <p:cNvGrpSpPr/>
          <p:nvPr/>
        </p:nvGrpSpPr>
        <p:grpSpPr>
          <a:xfrm>
            <a:off x="3484446" y="2873318"/>
            <a:ext cx="1621939" cy="1466810"/>
            <a:chOff x="3484446" y="2873318"/>
            <a:chExt cx="1621939" cy="1466810"/>
          </a:xfrm>
          <a:solidFill>
            <a:schemeClr val="accent6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E4F5E24-404E-E32A-588C-4FC9FDB71407}"/>
                </a:ext>
              </a:extLst>
            </p:cNvPr>
            <p:cNvSpPr/>
            <p:nvPr/>
          </p:nvSpPr>
          <p:spPr>
            <a:xfrm>
              <a:off x="3484446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955A71B-8BEA-78C9-1A75-231FFE6B633A}"/>
                </a:ext>
              </a:extLst>
            </p:cNvPr>
            <p:cNvSpPr/>
            <p:nvPr/>
          </p:nvSpPr>
          <p:spPr>
            <a:xfrm>
              <a:off x="4844170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46DEA84-2419-6A21-4E85-5BD09A69E16E}"/>
                </a:ext>
              </a:extLst>
            </p:cNvPr>
            <p:cNvSpPr/>
            <p:nvPr/>
          </p:nvSpPr>
          <p:spPr>
            <a:xfrm>
              <a:off x="3484446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7378B39-9370-356F-F5E2-0E3BCB0CDCB7}"/>
                </a:ext>
              </a:extLst>
            </p:cNvPr>
            <p:cNvSpPr/>
            <p:nvPr/>
          </p:nvSpPr>
          <p:spPr>
            <a:xfrm>
              <a:off x="4844170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1E86610D-011D-609D-5FA6-48826E62BB29}"/>
              </a:ext>
            </a:extLst>
          </p:cNvPr>
          <p:cNvSpPr txBox="1"/>
          <p:nvPr/>
        </p:nvSpPr>
        <p:spPr>
          <a:xfrm>
            <a:off x="2513201" y="1803330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Warp Schedulerx4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50D6844-66C0-AA00-850A-9A093B2D137A}"/>
              </a:ext>
            </a:extLst>
          </p:cNvPr>
          <p:cNvSpPr txBox="1"/>
          <p:nvPr/>
        </p:nvSpPr>
        <p:spPr>
          <a:xfrm>
            <a:off x="3594318" y="4362720"/>
            <a:ext cx="15905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Scheduled Warp</a:t>
            </a:r>
            <a:r>
              <a:rPr kumimoji="1" lang="ko-KR" alt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kumimoji="1" lang="en-US" altLang="ko-KR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x4x16</a:t>
            </a:r>
          </a:p>
        </p:txBody>
      </p:sp>
      <p:pic>
        <p:nvPicPr>
          <p:cNvPr id="14" name="그림 13" descr="직사각형, 사각형, 스크린샷, 다채로움이(가) 표시된 사진&#10;&#10;자동 생성된 설명">
            <a:extLst>
              <a:ext uri="{FF2B5EF4-FFF2-40B4-BE49-F238E27FC236}">
                <a16:creationId xmlns:a16="http://schemas.microsoft.com/office/drawing/2014/main" id="{B6A2806C-E54C-87D3-5A81-D21E7727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013" y="676870"/>
            <a:ext cx="3906834" cy="43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5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1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1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1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1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1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1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"/>
                            </p:stCondLst>
                            <p:childTnLst>
                              <p:par>
                                <p:cTn id="6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3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D7C89608-4879-85B5-E615-FBF36B008D46}"/>
              </a:ext>
            </a:extLst>
          </p:cNvPr>
          <p:cNvGrpSpPr/>
          <p:nvPr/>
        </p:nvGrpSpPr>
        <p:grpSpPr>
          <a:xfrm>
            <a:off x="2507693" y="1583356"/>
            <a:ext cx="2699820" cy="3036076"/>
            <a:chOff x="2507693" y="1443210"/>
            <a:chExt cx="2699820" cy="31762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35BD12-6028-5EB4-BFE5-090670E4EFE3}"/>
                </a:ext>
              </a:extLst>
            </p:cNvPr>
            <p:cNvSpPr/>
            <p:nvPr/>
          </p:nvSpPr>
          <p:spPr>
            <a:xfrm>
              <a:off x="2507693" y="1443210"/>
              <a:ext cx="2699820" cy="3176222"/>
            </a:xfrm>
            <a:prstGeom prst="rect">
              <a:avLst/>
            </a:prstGeom>
            <a:solidFill>
              <a:srgbClr val="D4672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AEFB19-9C77-3BF0-2DE2-EBBBBEBF9A82}"/>
                </a:ext>
              </a:extLst>
            </p:cNvPr>
            <p:cNvSpPr txBox="1"/>
            <p:nvPr/>
          </p:nvSpPr>
          <p:spPr>
            <a:xfrm>
              <a:off x="2513201" y="1482844"/>
              <a:ext cx="3802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b="1" dirty="0">
                  <a:solidFill>
                    <a:schemeClr val="bg1"/>
                  </a:solidFill>
                </a:rPr>
                <a:t>SM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0FCED3-C0C0-4B6C-0066-9141AEF7100B}"/>
              </a:ext>
            </a:extLst>
          </p:cNvPr>
          <p:cNvSpPr/>
          <p:nvPr/>
        </p:nvSpPr>
        <p:spPr>
          <a:xfrm>
            <a:off x="3949317" y="3286416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3FA2B6-99F8-47F0-117D-8481485EF33E}"/>
              </a:ext>
            </a:extLst>
          </p:cNvPr>
          <p:cNvSpPr/>
          <p:nvPr/>
        </p:nvSpPr>
        <p:spPr>
          <a:xfrm>
            <a:off x="2587397" y="3286416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12D016-7677-DC85-A31F-E166A96E688D}"/>
              </a:ext>
            </a:extLst>
          </p:cNvPr>
          <p:cNvSpPr/>
          <p:nvPr/>
        </p:nvSpPr>
        <p:spPr>
          <a:xfrm>
            <a:off x="3949317" y="2051091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4435AB-60E4-F67B-3852-243AB016ECFE}"/>
              </a:ext>
            </a:extLst>
          </p:cNvPr>
          <p:cNvSpPr/>
          <p:nvPr/>
        </p:nvSpPr>
        <p:spPr>
          <a:xfrm>
            <a:off x="2587397" y="2051091"/>
            <a:ext cx="1176006" cy="1086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D2BD687-2155-BFE9-7248-24D36EA05CCD}"/>
              </a:ext>
            </a:extLst>
          </p:cNvPr>
          <p:cNvGrpSpPr/>
          <p:nvPr/>
        </p:nvGrpSpPr>
        <p:grpSpPr>
          <a:xfrm>
            <a:off x="2605883" y="2077755"/>
            <a:ext cx="1621939" cy="1466810"/>
            <a:chOff x="2605883" y="2077755"/>
            <a:chExt cx="1621939" cy="1466810"/>
          </a:xfrm>
          <a:solidFill>
            <a:schemeClr val="accent6"/>
          </a:solidFill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4E72F96-FA95-DEBA-4A23-43786D1E7070}"/>
                </a:ext>
              </a:extLst>
            </p:cNvPr>
            <p:cNvSpPr/>
            <p:nvPr/>
          </p:nvSpPr>
          <p:spPr>
            <a:xfrm>
              <a:off x="2605883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9EE9386-3892-AF58-C61F-465603165413}"/>
                </a:ext>
              </a:extLst>
            </p:cNvPr>
            <p:cNvSpPr/>
            <p:nvPr/>
          </p:nvSpPr>
          <p:spPr>
            <a:xfrm>
              <a:off x="3965607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417F11A-2649-6E84-2717-C7A24F518B5A}"/>
                </a:ext>
              </a:extLst>
            </p:cNvPr>
            <p:cNvSpPr/>
            <p:nvPr/>
          </p:nvSpPr>
          <p:spPr>
            <a:xfrm>
              <a:off x="2605883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3C08CBE-372B-9882-7522-78E9746636BE}"/>
                </a:ext>
              </a:extLst>
            </p:cNvPr>
            <p:cNvSpPr/>
            <p:nvPr/>
          </p:nvSpPr>
          <p:spPr>
            <a:xfrm>
              <a:off x="3965607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984223F-71D2-B7CC-10F3-43F91B7AF7BC}"/>
              </a:ext>
            </a:extLst>
          </p:cNvPr>
          <p:cNvGrpSpPr/>
          <p:nvPr/>
        </p:nvGrpSpPr>
        <p:grpSpPr>
          <a:xfrm>
            <a:off x="2605883" y="2342943"/>
            <a:ext cx="1621939" cy="1466810"/>
            <a:chOff x="2605883" y="2342943"/>
            <a:chExt cx="1621939" cy="1466810"/>
          </a:xfrm>
          <a:solidFill>
            <a:schemeClr val="accent6"/>
          </a:solidFill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DBBA236-A30D-1ACF-FABC-7991E3AEFFC9}"/>
                </a:ext>
              </a:extLst>
            </p:cNvPr>
            <p:cNvSpPr/>
            <p:nvPr/>
          </p:nvSpPr>
          <p:spPr>
            <a:xfrm>
              <a:off x="2605883" y="234294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B3C56FA-164B-ECE7-1AB8-099F21E5A2C8}"/>
                </a:ext>
              </a:extLst>
            </p:cNvPr>
            <p:cNvSpPr/>
            <p:nvPr/>
          </p:nvSpPr>
          <p:spPr>
            <a:xfrm>
              <a:off x="3965607" y="234294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7565A8A-A414-6EB5-2A37-09AE750F58AE}"/>
                </a:ext>
              </a:extLst>
            </p:cNvPr>
            <p:cNvSpPr/>
            <p:nvPr/>
          </p:nvSpPr>
          <p:spPr>
            <a:xfrm>
              <a:off x="2605883" y="357862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7923861-0658-94F3-023E-006C32078AB5}"/>
                </a:ext>
              </a:extLst>
            </p:cNvPr>
            <p:cNvSpPr/>
            <p:nvPr/>
          </p:nvSpPr>
          <p:spPr>
            <a:xfrm>
              <a:off x="3965607" y="357862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4508ACF-B778-8B40-E16A-6344E676641C}"/>
              </a:ext>
            </a:extLst>
          </p:cNvPr>
          <p:cNvGrpSpPr/>
          <p:nvPr/>
        </p:nvGrpSpPr>
        <p:grpSpPr>
          <a:xfrm>
            <a:off x="2898737" y="2077755"/>
            <a:ext cx="1621939" cy="1466810"/>
            <a:chOff x="2898737" y="2077755"/>
            <a:chExt cx="1621939" cy="1466810"/>
          </a:xfrm>
          <a:solidFill>
            <a:schemeClr val="accent6"/>
          </a:solidFill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00CB2AE-1078-DC93-A00D-E299F7F23B0C}"/>
                </a:ext>
              </a:extLst>
            </p:cNvPr>
            <p:cNvSpPr/>
            <p:nvPr/>
          </p:nvSpPr>
          <p:spPr>
            <a:xfrm>
              <a:off x="2898737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4F72F12-9371-02CF-DA9D-C1D838E27FD2}"/>
                </a:ext>
              </a:extLst>
            </p:cNvPr>
            <p:cNvSpPr/>
            <p:nvPr/>
          </p:nvSpPr>
          <p:spPr>
            <a:xfrm>
              <a:off x="4258461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FDFD0A1-7D13-02D1-D713-8CC30FCDDDB8}"/>
                </a:ext>
              </a:extLst>
            </p:cNvPr>
            <p:cNvSpPr/>
            <p:nvPr/>
          </p:nvSpPr>
          <p:spPr>
            <a:xfrm>
              <a:off x="2898737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580BDFE-B19D-01C7-4D48-F9BDC0C8C08A}"/>
                </a:ext>
              </a:extLst>
            </p:cNvPr>
            <p:cNvSpPr/>
            <p:nvPr/>
          </p:nvSpPr>
          <p:spPr>
            <a:xfrm>
              <a:off x="4258461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932E24B-8515-E121-A939-5F0998766375}"/>
              </a:ext>
            </a:extLst>
          </p:cNvPr>
          <p:cNvGrpSpPr/>
          <p:nvPr/>
        </p:nvGrpSpPr>
        <p:grpSpPr>
          <a:xfrm>
            <a:off x="3191592" y="2077755"/>
            <a:ext cx="1621939" cy="1466810"/>
            <a:chOff x="3191592" y="2077755"/>
            <a:chExt cx="1621939" cy="1466810"/>
          </a:xfrm>
          <a:solidFill>
            <a:schemeClr val="accent6"/>
          </a:solidFill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1769136-537F-41BE-3EEA-71027CFF9084}"/>
                </a:ext>
              </a:extLst>
            </p:cNvPr>
            <p:cNvSpPr/>
            <p:nvPr/>
          </p:nvSpPr>
          <p:spPr>
            <a:xfrm>
              <a:off x="3191592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37B8F18-7991-8357-693D-EFCAA797C5E2}"/>
                </a:ext>
              </a:extLst>
            </p:cNvPr>
            <p:cNvSpPr/>
            <p:nvPr/>
          </p:nvSpPr>
          <p:spPr>
            <a:xfrm>
              <a:off x="4551316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9B3D71D-E0B7-BDAD-74F5-393F39EB0836}"/>
                </a:ext>
              </a:extLst>
            </p:cNvPr>
            <p:cNvSpPr/>
            <p:nvPr/>
          </p:nvSpPr>
          <p:spPr>
            <a:xfrm>
              <a:off x="3191592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F594EDB-0262-FF7D-9493-21B9BF283F14}"/>
                </a:ext>
              </a:extLst>
            </p:cNvPr>
            <p:cNvSpPr/>
            <p:nvPr/>
          </p:nvSpPr>
          <p:spPr>
            <a:xfrm>
              <a:off x="4551316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3484218-99F9-BCF3-8BEE-FF68B79528AD}"/>
              </a:ext>
            </a:extLst>
          </p:cNvPr>
          <p:cNvGrpSpPr/>
          <p:nvPr/>
        </p:nvGrpSpPr>
        <p:grpSpPr>
          <a:xfrm>
            <a:off x="3484446" y="2077755"/>
            <a:ext cx="1621939" cy="1466810"/>
            <a:chOff x="3484446" y="2077755"/>
            <a:chExt cx="1621939" cy="1466810"/>
          </a:xfrm>
          <a:solidFill>
            <a:schemeClr val="accent6"/>
          </a:solidFill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F94E738-D450-5617-67C3-DF07E36F8142}"/>
                </a:ext>
              </a:extLst>
            </p:cNvPr>
            <p:cNvSpPr/>
            <p:nvPr/>
          </p:nvSpPr>
          <p:spPr>
            <a:xfrm>
              <a:off x="3484446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E5F76CA-9AF4-35B6-6137-3A80C358B95D}"/>
                </a:ext>
              </a:extLst>
            </p:cNvPr>
            <p:cNvSpPr/>
            <p:nvPr/>
          </p:nvSpPr>
          <p:spPr>
            <a:xfrm>
              <a:off x="4844170" y="2077755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1F27233-C1AD-A7E9-C218-A5285BFEC155}"/>
                </a:ext>
              </a:extLst>
            </p:cNvPr>
            <p:cNvSpPr/>
            <p:nvPr/>
          </p:nvSpPr>
          <p:spPr>
            <a:xfrm>
              <a:off x="3484446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D0D45E6-4B39-EC8B-F3C2-AA89778CF21E}"/>
                </a:ext>
              </a:extLst>
            </p:cNvPr>
            <p:cNvSpPr/>
            <p:nvPr/>
          </p:nvSpPr>
          <p:spPr>
            <a:xfrm>
              <a:off x="4844170" y="3313434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1E0CBD8-1B05-27A1-AAF5-3C32EA42B831}"/>
              </a:ext>
            </a:extLst>
          </p:cNvPr>
          <p:cNvGrpSpPr/>
          <p:nvPr/>
        </p:nvGrpSpPr>
        <p:grpSpPr>
          <a:xfrm>
            <a:off x="2898737" y="2345013"/>
            <a:ext cx="1621939" cy="1466810"/>
            <a:chOff x="2898737" y="2345013"/>
            <a:chExt cx="1621939" cy="1466810"/>
          </a:xfrm>
          <a:solidFill>
            <a:schemeClr val="accent6"/>
          </a:solidFill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313B40A-472E-39C6-D32B-201C32933DCB}"/>
                </a:ext>
              </a:extLst>
            </p:cNvPr>
            <p:cNvSpPr/>
            <p:nvPr/>
          </p:nvSpPr>
          <p:spPr>
            <a:xfrm>
              <a:off x="2898737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ABB2C6F-7803-2F79-4025-88806F80388C}"/>
                </a:ext>
              </a:extLst>
            </p:cNvPr>
            <p:cNvSpPr/>
            <p:nvPr/>
          </p:nvSpPr>
          <p:spPr>
            <a:xfrm>
              <a:off x="4258461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08712C6-8EC1-D8B6-5543-6A3150681320}"/>
                </a:ext>
              </a:extLst>
            </p:cNvPr>
            <p:cNvSpPr/>
            <p:nvPr/>
          </p:nvSpPr>
          <p:spPr>
            <a:xfrm>
              <a:off x="2898737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1DD3445-53CC-C507-3C43-978C7351960C}"/>
                </a:ext>
              </a:extLst>
            </p:cNvPr>
            <p:cNvSpPr/>
            <p:nvPr/>
          </p:nvSpPr>
          <p:spPr>
            <a:xfrm>
              <a:off x="4258461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01D615A-3586-E4AE-BE98-ECE5A29D93C8}"/>
              </a:ext>
            </a:extLst>
          </p:cNvPr>
          <p:cNvGrpSpPr/>
          <p:nvPr/>
        </p:nvGrpSpPr>
        <p:grpSpPr>
          <a:xfrm>
            <a:off x="3191592" y="2345013"/>
            <a:ext cx="1621939" cy="1466810"/>
            <a:chOff x="3191592" y="2345013"/>
            <a:chExt cx="1621939" cy="1466810"/>
          </a:xfrm>
          <a:solidFill>
            <a:schemeClr val="accent6"/>
          </a:solidFill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17511F7-D1E4-3402-3148-41C9866B89A1}"/>
                </a:ext>
              </a:extLst>
            </p:cNvPr>
            <p:cNvSpPr/>
            <p:nvPr/>
          </p:nvSpPr>
          <p:spPr>
            <a:xfrm>
              <a:off x="3191592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9A70A0B-DEE2-9ABC-025B-63CF836B64D7}"/>
                </a:ext>
              </a:extLst>
            </p:cNvPr>
            <p:cNvSpPr/>
            <p:nvPr/>
          </p:nvSpPr>
          <p:spPr>
            <a:xfrm>
              <a:off x="4551316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72442E2-485F-EFB3-E327-BFDB629AEFFA}"/>
                </a:ext>
              </a:extLst>
            </p:cNvPr>
            <p:cNvSpPr/>
            <p:nvPr/>
          </p:nvSpPr>
          <p:spPr>
            <a:xfrm>
              <a:off x="3191592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0AA4749-56FF-CFA8-80B3-4D46B58C9BD9}"/>
                </a:ext>
              </a:extLst>
            </p:cNvPr>
            <p:cNvSpPr/>
            <p:nvPr/>
          </p:nvSpPr>
          <p:spPr>
            <a:xfrm>
              <a:off x="4551316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644D5A2-B1BF-2AF5-5138-EFBADF3EA8AE}"/>
              </a:ext>
            </a:extLst>
          </p:cNvPr>
          <p:cNvGrpSpPr/>
          <p:nvPr/>
        </p:nvGrpSpPr>
        <p:grpSpPr>
          <a:xfrm>
            <a:off x="3484446" y="2345013"/>
            <a:ext cx="1621939" cy="1466810"/>
            <a:chOff x="3484446" y="2345013"/>
            <a:chExt cx="1621939" cy="1466810"/>
          </a:xfrm>
          <a:solidFill>
            <a:schemeClr val="accent6"/>
          </a:solidFill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164264C-5431-0B9C-5348-60F432851A7E}"/>
                </a:ext>
              </a:extLst>
            </p:cNvPr>
            <p:cNvSpPr/>
            <p:nvPr/>
          </p:nvSpPr>
          <p:spPr>
            <a:xfrm>
              <a:off x="3484446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BC7F58C-6EFD-843E-55EB-B6ADE51FDE65}"/>
                </a:ext>
              </a:extLst>
            </p:cNvPr>
            <p:cNvSpPr/>
            <p:nvPr/>
          </p:nvSpPr>
          <p:spPr>
            <a:xfrm>
              <a:off x="4844170" y="2345013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7A22EED-C0F9-F9A7-F610-77266D8C23FE}"/>
                </a:ext>
              </a:extLst>
            </p:cNvPr>
            <p:cNvSpPr/>
            <p:nvPr/>
          </p:nvSpPr>
          <p:spPr>
            <a:xfrm>
              <a:off x="3484446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F0BD958-D117-3B4D-1979-1E18FEFC8345}"/>
                </a:ext>
              </a:extLst>
            </p:cNvPr>
            <p:cNvSpPr/>
            <p:nvPr/>
          </p:nvSpPr>
          <p:spPr>
            <a:xfrm>
              <a:off x="4844170" y="3580692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062B04B-B4A7-F966-A7DA-C9E4D9B203BF}"/>
              </a:ext>
            </a:extLst>
          </p:cNvPr>
          <p:cNvGrpSpPr/>
          <p:nvPr/>
        </p:nvGrpSpPr>
        <p:grpSpPr>
          <a:xfrm>
            <a:off x="2605883" y="2608130"/>
            <a:ext cx="1621939" cy="1466810"/>
            <a:chOff x="2605883" y="2608130"/>
            <a:chExt cx="1621939" cy="1466810"/>
          </a:xfrm>
          <a:solidFill>
            <a:schemeClr val="accent6"/>
          </a:solidFill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B3DF6A2-DB59-893E-2E94-2C4EB1659FFA}"/>
                </a:ext>
              </a:extLst>
            </p:cNvPr>
            <p:cNvSpPr/>
            <p:nvPr/>
          </p:nvSpPr>
          <p:spPr>
            <a:xfrm>
              <a:off x="2605883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63F690C-2B53-D2FD-4EFF-4F74FF7DF899}"/>
                </a:ext>
              </a:extLst>
            </p:cNvPr>
            <p:cNvSpPr/>
            <p:nvPr/>
          </p:nvSpPr>
          <p:spPr>
            <a:xfrm>
              <a:off x="3965607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8406DE6-8952-118F-1CE9-D582CF0502DC}"/>
                </a:ext>
              </a:extLst>
            </p:cNvPr>
            <p:cNvSpPr/>
            <p:nvPr/>
          </p:nvSpPr>
          <p:spPr>
            <a:xfrm>
              <a:off x="2605883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772F945-5362-2E1F-0DBA-89DA8C760ED4}"/>
                </a:ext>
              </a:extLst>
            </p:cNvPr>
            <p:cNvSpPr/>
            <p:nvPr/>
          </p:nvSpPr>
          <p:spPr>
            <a:xfrm>
              <a:off x="3965607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827A286-2D4D-BF1E-1C11-99CFE5051C89}"/>
              </a:ext>
            </a:extLst>
          </p:cNvPr>
          <p:cNvGrpSpPr/>
          <p:nvPr/>
        </p:nvGrpSpPr>
        <p:grpSpPr>
          <a:xfrm>
            <a:off x="2898737" y="2608130"/>
            <a:ext cx="1621939" cy="1466810"/>
            <a:chOff x="2898737" y="2608130"/>
            <a:chExt cx="1621939" cy="1466810"/>
          </a:xfrm>
          <a:solidFill>
            <a:schemeClr val="accent6"/>
          </a:solidFill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5EA9262-124C-5E68-4359-FA9F1EBB2B3B}"/>
                </a:ext>
              </a:extLst>
            </p:cNvPr>
            <p:cNvSpPr/>
            <p:nvPr/>
          </p:nvSpPr>
          <p:spPr>
            <a:xfrm>
              <a:off x="2898737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8C53B59-65CC-9C81-C5EB-5906BED8AF5F}"/>
                </a:ext>
              </a:extLst>
            </p:cNvPr>
            <p:cNvSpPr/>
            <p:nvPr/>
          </p:nvSpPr>
          <p:spPr>
            <a:xfrm>
              <a:off x="4258461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07098D9-CF87-5087-903B-266D3680B73A}"/>
                </a:ext>
              </a:extLst>
            </p:cNvPr>
            <p:cNvSpPr/>
            <p:nvPr/>
          </p:nvSpPr>
          <p:spPr>
            <a:xfrm>
              <a:off x="2898737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CC92005-DA7A-E63B-6036-E88A1F0E990B}"/>
                </a:ext>
              </a:extLst>
            </p:cNvPr>
            <p:cNvSpPr/>
            <p:nvPr/>
          </p:nvSpPr>
          <p:spPr>
            <a:xfrm>
              <a:off x="4258461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D49149A-8C58-7BD1-1452-FC91A6A20AA7}"/>
              </a:ext>
            </a:extLst>
          </p:cNvPr>
          <p:cNvGrpSpPr/>
          <p:nvPr/>
        </p:nvGrpSpPr>
        <p:grpSpPr>
          <a:xfrm>
            <a:off x="3191592" y="2608130"/>
            <a:ext cx="1621939" cy="1466810"/>
            <a:chOff x="3191592" y="2608130"/>
            <a:chExt cx="1621939" cy="1466810"/>
          </a:xfrm>
          <a:solidFill>
            <a:schemeClr val="accent6"/>
          </a:solidFill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5A5070E-22AD-A14F-6538-6D95C29111AC}"/>
                </a:ext>
              </a:extLst>
            </p:cNvPr>
            <p:cNvSpPr/>
            <p:nvPr/>
          </p:nvSpPr>
          <p:spPr>
            <a:xfrm>
              <a:off x="3191592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5C594DC-6F43-2D33-99B2-18A3D1D27438}"/>
                </a:ext>
              </a:extLst>
            </p:cNvPr>
            <p:cNvSpPr/>
            <p:nvPr/>
          </p:nvSpPr>
          <p:spPr>
            <a:xfrm>
              <a:off x="4551316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1F4BB01-F094-4B2F-53ED-F2EE07F96BC4}"/>
                </a:ext>
              </a:extLst>
            </p:cNvPr>
            <p:cNvSpPr/>
            <p:nvPr/>
          </p:nvSpPr>
          <p:spPr>
            <a:xfrm>
              <a:off x="3191592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4C666BD-BDBF-8D99-DAC0-AA6DDD4E65EE}"/>
                </a:ext>
              </a:extLst>
            </p:cNvPr>
            <p:cNvSpPr/>
            <p:nvPr/>
          </p:nvSpPr>
          <p:spPr>
            <a:xfrm>
              <a:off x="4551316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5AB99F-00CC-4DAF-44C1-8F60436C5458}"/>
              </a:ext>
            </a:extLst>
          </p:cNvPr>
          <p:cNvGrpSpPr/>
          <p:nvPr/>
        </p:nvGrpSpPr>
        <p:grpSpPr>
          <a:xfrm>
            <a:off x="3484446" y="2608130"/>
            <a:ext cx="1621939" cy="1466810"/>
            <a:chOff x="3484446" y="2608130"/>
            <a:chExt cx="1621939" cy="1466810"/>
          </a:xfrm>
          <a:solidFill>
            <a:schemeClr val="accent6"/>
          </a:solidFill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7CCD1B91-44F7-0D7B-E364-62014547AD2F}"/>
                </a:ext>
              </a:extLst>
            </p:cNvPr>
            <p:cNvSpPr/>
            <p:nvPr/>
          </p:nvSpPr>
          <p:spPr>
            <a:xfrm>
              <a:off x="3484446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055FCFC4-410B-9BF1-F489-6132FD860B44}"/>
                </a:ext>
              </a:extLst>
            </p:cNvPr>
            <p:cNvSpPr/>
            <p:nvPr/>
          </p:nvSpPr>
          <p:spPr>
            <a:xfrm>
              <a:off x="4844170" y="2608130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406BEF1-2BA3-83A0-FB0A-7972EDA25190}"/>
                </a:ext>
              </a:extLst>
            </p:cNvPr>
            <p:cNvSpPr/>
            <p:nvPr/>
          </p:nvSpPr>
          <p:spPr>
            <a:xfrm>
              <a:off x="3484446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8295BBEB-51C9-517A-FA6C-8196DCC9313E}"/>
                </a:ext>
              </a:extLst>
            </p:cNvPr>
            <p:cNvSpPr/>
            <p:nvPr/>
          </p:nvSpPr>
          <p:spPr>
            <a:xfrm>
              <a:off x="4844170" y="3843809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80CB4B1-6709-A250-4204-3BACFD4C3EB1}"/>
              </a:ext>
            </a:extLst>
          </p:cNvPr>
          <p:cNvGrpSpPr/>
          <p:nvPr/>
        </p:nvGrpSpPr>
        <p:grpSpPr>
          <a:xfrm>
            <a:off x="2605883" y="2873318"/>
            <a:ext cx="1621939" cy="1466810"/>
            <a:chOff x="2605883" y="2873318"/>
            <a:chExt cx="1621939" cy="1466810"/>
          </a:xfrm>
          <a:solidFill>
            <a:schemeClr val="accent6"/>
          </a:solidFill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CA12209-7587-FEB6-6625-96A454866447}"/>
                </a:ext>
              </a:extLst>
            </p:cNvPr>
            <p:cNvSpPr/>
            <p:nvPr/>
          </p:nvSpPr>
          <p:spPr>
            <a:xfrm>
              <a:off x="2605883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4AF21FC-B4FF-9144-8528-7754D0204E56}"/>
                </a:ext>
              </a:extLst>
            </p:cNvPr>
            <p:cNvSpPr/>
            <p:nvPr/>
          </p:nvSpPr>
          <p:spPr>
            <a:xfrm>
              <a:off x="3965607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95028F6-B5B0-85BF-54A9-4364A982E362}"/>
                </a:ext>
              </a:extLst>
            </p:cNvPr>
            <p:cNvSpPr/>
            <p:nvPr/>
          </p:nvSpPr>
          <p:spPr>
            <a:xfrm>
              <a:off x="2605883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7A2B3FEC-FA2F-100C-4D1A-F4BA212E67BF}"/>
                </a:ext>
              </a:extLst>
            </p:cNvPr>
            <p:cNvSpPr/>
            <p:nvPr/>
          </p:nvSpPr>
          <p:spPr>
            <a:xfrm>
              <a:off x="3965607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484A0DE8-E30B-9788-59D1-BAD172B62C9F}"/>
              </a:ext>
            </a:extLst>
          </p:cNvPr>
          <p:cNvGrpSpPr/>
          <p:nvPr/>
        </p:nvGrpSpPr>
        <p:grpSpPr>
          <a:xfrm>
            <a:off x="2898737" y="2873318"/>
            <a:ext cx="1621939" cy="1466810"/>
            <a:chOff x="2898737" y="2873318"/>
            <a:chExt cx="1621939" cy="1466810"/>
          </a:xfrm>
          <a:solidFill>
            <a:schemeClr val="accent6"/>
          </a:solidFill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EC4EC37-936C-028D-8DAA-70E8DD306927}"/>
                </a:ext>
              </a:extLst>
            </p:cNvPr>
            <p:cNvSpPr/>
            <p:nvPr/>
          </p:nvSpPr>
          <p:spPr>
            <a:xfrm>
              <a:off x="2898737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AE9930C-755C-9E32-4B86-850EB15D0413}"/>
                </a:ext>
              </a:extLst>
            </p:cNvPr>
            <p:cNvSpPr/>
            <p:nvPr/>
          </p:nvSpPr>
          <p:spPr>
            <a:xfrm>
              <a:off x="4258461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D893713-677C-A8E4-1604-47A55A6CBF5C}"/>
                </a:ext>
              </a:extLst>
            </p:cNvPr>
            <p:cNvSpPr/>
            <p:nvPr/>
          </p:nvSpPr>
          <p:spPr>
            <a:xfrm>
              <a:off x="2898737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DF1ED0F-43CD-CF53-4A34-35E612B002A7}"/>
                </a:ext>
              </a:extLst>
            </p:cNvPr>
            <p:cNvSpPr/>
            <p:nvPr/>
          </p:nvSpPr>
          <p:spPr>
            <a:xfrm>
              <a:off x="4258461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9B3E4F8-C69B-EF07-0256-BE30CFB7598F}"/>
              </a:ext>
            </a:extLst>
          </p:cNvPr>
          <p:cNvGrpSpPr/>
          <p:nvPr/>
        </p:nvGrpSpPr>
        <p:grpSpPr>
          <a:xfrm>
            <a:off x="3191592" y="2873318"/>
            <a:ext cx="1621939" cy="1466810"/>
            <a:chOff x="3191592" y="2873318"/>
            <a:chExt cx="1621939" cy="1466810"/>
          </a:xfrm>
          <a:solidFill>
            <a:schemeClr val="accent6"/>
          </a:solidFill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6ADC3C-F30E-DD77-0ECF-7F8639156C99}"/>
                </a:ext>
              </a:extLst>
            </p:cNvPr>
            <p:cNvSpPr/>
            <p:nvPr/>
          </p:nvSpPr>
          <p:spPr>
            <a:xfrm>
              <a:off x="3191592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12663740-60B1-2613-56CC-437B4E1134FF}"/>
                </a:ext>
              </a:extLst>
            </p:cNvPr>
            <p:cNvSpPr/>
            <p:nvPr/>
          </p:nvSpPr>
          <p:spPr>
            <a:xfrm>
              <a:off x="4551316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FE4D41D-2684-B064-D1D5-381481255BA9}"/>
                </a:ext>
              </a:extLst>
            </p:cNvPr>
            <p:cNvSpPr/>
            <p:nvPr/>
          </p:nvSpPr>
          <p:spPr>
            <a:xfrm>
              <a:off x="3191592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6A08ED1-FAD2-F571-0195-02D03F2D1A32}"/>
                </a:ext>
              </a:extLst>
            </p:cNvPr>
            <p:cNvSpPr/>
            <p:nvPr/>
          </p:nvSpPr>
          <p:spPr>
            <a:xfrm>
              <a:off x="4551316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38D50422-1AE4-4B8F-B874-39A88601A575}"/>
              </a:ext>
            </a:extLst>
          </p:cNvPr>
          <p:cNvGrpSpPr/>
          <p:nvPr/>
        </p:nvGrpSpPr>
        <p:grpSpPr>
          <a:xfrm>
            <a:off x="3484446" y="2873318"/>
            <a:ext cx="1621939" cy="1466810"/>
            <a:chOff x="3484446" y="2873318"/>
            <a:chExt cx="1621939" cy="1466810"/>
          </a:xfrm>
          <a:solidFill>
            <a:schemeClr val="accent6"/>
          </a:solidFill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0D19A03-B3E3-86E9-A09D-1B44821318B4}"/>
                </a:ext>
              </a:extLst>
            </p:cNvPr>
            <p:cNvSpPr/>
            <p:nvPr/>
          </p:nvSpPr>
          <p:spPr>
            <a:xfrm>
              <a:off x="3484446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469BC6C-CEE6-E782-D756-81309FD5EB64}"/>
                </a:ext>
              </a:extLst>
            </p:cNvPr>
            <p:cNvSpPr/>
            <p:nvPr/>
          </p:nvSpPr>
          <p:spPr>
            <a:xfrm>
              <a:off x="4844170" y="2873318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3CB3BB15-FC48-73D0-78BC-14BA53BEDB76}"/>
                </a:ext>
              </a:extLst>
            </p:cNvPr>
            <p:cNvSpPr/>
            <p:nvPr/>
          </p:nvSpPr>
          <p:spPr>
            <a:xfrm>
              <a:off x="3484446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82B4181-75E0-D28C-8AB7-4C410B7BBFCA}"/>
                </a:ext>
              </a:extLst>
            </p:cNvPr>
            <p:cNvSpPr/>
            <p:nvPr/>
          </p:nvSpPr>
          <p:spPr>
            <a:xfrm>
              <a:off x="4844170" y="4108997"/>
              <a:ext cx="262215" cy="2311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AF6C1A4F-9370-D025-0FC5-E7CA74700914}"/>
              </a:ext>
            </a:extLst>
          </p:cNvPr>
          <p:cNvSpPr txBox="1"/>
          <p:nvPr/>
        </p:nvSpPr>
        <p:spPr>
          <a:xfrm>
            <a:off x="2513201" y="1803330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Warp Schedulerx4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4DC04B-B5CB-01D4-D9E8-243EC5F1596D}"/>
              </a:ext>
            </a:extLst>
          </p:cNvPr>
          <p:cNvSpPr txBox="1"/>
          <p:nvPr/>
        </p:nvSpPr>
        <p:spPr>
          <a:xfrm>
            <a:off x="3594318" y="4362720"/>
            <a:ext cx="15905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Scheduled Warp</a:t>
            </a:r>
            <a:r>
              <a:rPr kumimoji="1" lang="ko-KR" altLang="en-US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kumimoji="1" lang="en-US" altLang="ko-KR" sz="1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x4x16</a:t>
            </a:r>
          </a:p>
        </p:txBody>
      </p:sp>
    </p:spTree>
    <p:extLst>
      <p:ext uri="{BB962C8B-B14F-4D97-AF65-F5344CB8AC3E}">
        <p14:creationId xmlns:p14="http://schemas.microsoft.com/office/powerpoint/2010/main" val="416994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1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1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"/>
                            </p:stCondLst>
                            <p:childTnLst>
                              <p:par>
                                <p:cTn id="61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3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9" presetClass="emph" presetSubtype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4D15E6-6123-2F74-934C-D6123EF9A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290" y="1524001"/>
            <a:ext cx="5562765" cy="355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99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407</Words>
  <Application>Microsoft Macintosh PowerPoint</Application>
  <PresentationFormat>와이드스크린</PresentationFormat>
  <Paragraphs>97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Google Sans</vt:lpstr>
      <vt:lpstr>Google Sans Text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구명수</dc:creator>
  <cp:lastModifiedBy>구명수</cp:lastModifiedBy>
  <cp:revision>40</cp:revision>
  <dcterms:created xsi:type="dcterms:W3CDTF">2025-11-12T08:21:03Z</dcterms:created>
  <dcterms:modified xsi:type="dcterms:W3CDTF">2025-11-17T14:48:30Z</dcterms:modified>
</cp:coreProperties>
</file>